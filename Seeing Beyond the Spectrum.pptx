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6" r:id="rId9"/>
    <p:sldId id="263" r:id="rId10"/>
    <p:sldId id="264" r:id="rId11"/>
    <p:sldId id="265"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2"/>
          <p:cNvGrpSpPr>
            <a:grpSpLocks noChangeAspect="1"/>
          </p:cNvGrpSpPr>
          <p:nvPr/>
        </p:nvGrpSpPr>
        <p:grpSpPr>
          <a:xfrm>
            <a:off x="2256367" y="4411663"/>
            <a:ext cx="2489200" cy="2330450"/>
            <a:chOff x="0" y="0"/>
            <a:chExt cx="1188" cy="1367"/>
          </a:xfrm>
        </p:grpSpPr>
        <p:sp>
          <p:nvSpPr>
            <p:cNvPr id="2057" name="未知"/>
            <p:cNvSpPr>
              <a:spLocks noChangeAspect="1"/>
            </p:cNvSpPr>
            <p:nvPr/>
          </p:nvSpPr>
          <p:spPr>
            <a:xfrm>
              <a:off x="698" y="345"/>
              <a:ext cx="490" cy="530"/>
            </a:xfrm>
            <a:custGeom>
              <a:avLst/>
              <a:gdLst/>
              <a:ahLst/>
              <a:cxnLst>
                <a:cxn ang="0">
                  <a:pos x="163" y="127"/>
                </a:cxn>
                <a:cxn ang="0">
                  <a:pos x="168" y="70"/>
                </a:cxn>
                <a:cxn ang="0">
                  <a:pos x="179" y="38"/>
                </a:cxn>
                <a:cxn ang="0">
                  <a:pos x="191" y="18"/>
                </a:cxn>
                <a:cxn ang="0">
                  <a:pos x="204" y="0"/>
                </a:cxn>
                <a:cxn ang="0">
                  <a:pos x="184" y="18"/>
                </a:cxn>
                <a:cxn ang="0">
                  <a:pos x="157" y="54"/>
                </a:cxn>
                <a:cxn ang="0">
                  <a:pos x="127" y="100"/>
                </a:cxn>
                <a:cxn ang="0">
                  <a:pos x="100" y="111"/>
                </a:cxn>
                <a:cxn ang="0">
                  <a:pos x="63" y="91"/>
                </a:cxn>
                <a:cxn ang="0">
                  <a:pos x="25" y="63"/>
                </a:cxn>
                <a:cxn ang="0">
                  <a:pos x="2" y="52"/>
                </a:cxn>
                <a:cxn ang="0">
                  <a:pos x="7" y="66"/>
                </a:cxn>
                <a:cxn ang="0">
                  <a:pos x="41" y="102"/>
                </a:cxn>
                <a:cxn ang="0">
                  <a:pos x="79" y="129"/>
                </a:cxn>
                <a:cxn ang="0">
                  <a:pos x="111" y="154"/>
                </a:cxn>
                <a:cxn ang="0">
                  <a:pos x="132" y="211"/>
                </a:cxn>
                <a:cxn ang="0">
                  <a:pos x="152" y="283"/>
                </a:cxn>
                <a:cxn ang="0">
                  <a:pos x="184" y="360"/>
                </a:cxn>
                <a:cxn ang="0">
                  <a:pos x="222" y="433"/>
                </a:cxn>
                <a:cxn ang="0">
                  <a:pos x="277" y="491"/>
                </a:cxn>
                <a:cxn ang="0">
                  <a:pos x="352" y="528"/>
                </a:cxn>
                <a:cxn ang="0">
                  <a:pos x="413" y="523"/>
                </a:cxn>
                <a:cxn ang="0">
                  <a:pos x="456" y="496"/>
                </a:cxn>
                <a:cxn ang="0">
                  <a:pos x="481" y="444"/>
                </a:cxn>
                <a:cxn ang="0">
                  <a:pos x="490" y="376"/>
                </a:cxn>
                <a:cxn ang="0">
                  <a:pos x="483" y="308"/>
                </a:cxn>
                <a:cxn ang="0">
                  <a:pos x="472" y="272"/>
                </a:cxn>
                <a:cxn ang="0">
                  <a:pos x="456" y="229"/>
                </a:cxn>
                <a:cxn ang="0">
                  <a:pos x="438" y="186"/>
                </a:cxn>
                <a:cxn ang="0">
                  <a:pos x="415" y="143"/>
                </a:cxn>
                <a:cxn ang="0">
                  <a:pos x="388" y="102"/>
                </a:cxn>
                <a:cxn ang="0">
                  <a:pos x="386" y="102"/>
                </a:cxn>
                <a:cxn ang="0">
                  <a:pos x="408" y="145"/>
                </a:cxn>
                <a:cxn ang="0">
                  <a:pos x="433" y="190"/>
                </a:cxn>
                <a:cxn ang="0">
                  <a:pos x="463" y="281"/>
                </a:cxn>
                <a:cxn ang="0">
                  <a:pos x="467" y="374"/>
                </a:cxn>
                <a:cxn ang="0">
                  <a:pos x="449" y="451"/>
                </a:cxn>
                <a:cxn ang="0">
                  <a:pos x="402" y="485"/>
                </a:cxn>
                <a:cxn ang="0">
                  <a:pos x="324" y="462"/>
                </a:cxn>
                <a:cxn ang="0">
                  <a:pos x="290" y="433"/>
                </a:cxn>
                <a:cxn ang="0">
                  <a:pos x="265" y="403"/>
                </a:cxn>
                <a:cxn ang="0">
                  <a:pos x="243" y="369"/>
                </a:cxn>
                <a:cxn ang="0">
                  <a:pos x="225" y="337"/>
                </a:cxn>
                <a:cxn ang="0">
                  <a:pos x="211" y="306"/>
                </a:cxn>
                <a:cxn ang="0">
                  <a:pos x="204" y="281"/>
                </a:cxn>
                <a:cxn ang="0">
                  <a:pos x="186" y="240"/>
                </a:cxn>
                <a:cxn ang="0">
                  <a:pos x="177" y="208"/>
                </a:cxn>
                <a:cxn ang="0">
                  <a:pos x="177" y="199"/>
                </a:cxn>
                <a:cxn ang="0">
                  <a:pos x="193" y="208"/>
                </a:cxn>
                <a:cxn ang="0">
                  <a:pos x="227" y="240"/>
                </a:cxn>
                <a:cxn ang="0">
                  <a:pos x="247" y="249"/>
                </a:cxn>
                <a:cxn ang="0">
                  <a:pos x="238" y="217"/>
                </a:cxn>
                <a:cxn ang="0">
                  <a:pos x="202" y="190"/>
                </a:cxn>
              </a:cxnLst>
              <a:rect l="0" t="0" r="0" b="0"/>
              <a:pathLst>
                <a:path w="21600" h="2160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alpha val="100000"/>
              </a:schemeClr>
            </a:solidFill>
            <a:ln w="9525">
              <a:noFill/>
            </a:ln>
          </p:spPr>
          <p:txBody>
            <a:bodyPr/>
            <a:lstStyle/>
            <a:p>
              <a:endParaRPr lang="en-US"/>
            </a:p>
          </p:txBody>
        </p:sp>
        <p:sp>
          <p:nvSpPr>
            <p:cNvPr id="2058" name="未知"/>
            <p:cNvSpPr>
              <a:spLocks noChangeAspect="1"/>
            </p:cNvSpPr>
            <p:nvPr/>
          </p:nvSpPr>
          <p:spPr>
            <a:xfrm>
              <a:off x="592" y="513"/>
              <a:ext cx="163" cy="530"/>
            </a:xfrm>
            <a:custGeom>
              <a:avLst/>
              <a:gdLst/>
              <a:ahLst/>
              <a:cxnLst>
                <a:cxn ang="0">
                  <a:pos x="156" y="181"/>
                </a:cxn>
                <a:cxn ang="0">
                  <a:pos x="156" y="163"/>
                </a:cxn>
                <a:cxn ang="0">
                  <a:pos x="156" y="143"/>
                </a:cxn>
                <a:cxn ang="0">
                  <a:pos x="156" y="122"/>
                </a:cxn>
                <a:cxn ang="0">
                  <a:pos x="156" y="100"/>
                </a:cxn>
                <a:cxn ang="0">
                  <a:pos x="156" y="79"/>
                </a:cxn>
                <a:cxn ang="0">
                  <a:pos x="154" y="57"/>
                </a:cxn>
                <a:cxn ang="0">
                  <a:pos x="149" y="38"/>
                </a:cxn>
                <a:cxn ang="0">
                  <a:pos x="138" y="20"/>
                </a:cxn>
                <a:cxn ang="0">
                  <a:pos x="127" y="11"/>
                </a:cxn>
                <a:cxn ang="0">
                  <a:pos x="109" y="0"/>
                </a:cxn>
                <a:cxn ang="0">
                  <a:pos x="100" y="2"/>
                </a:cxn>
                <a:cxn ang="0">
                  <a:pos x="93" y="16"/>
                </a:cxn>
                <a:cxn ang="0">
                  <a:pos x="86" y="34"/>
                </a:cxn>
                <a:cxn ang="0">
                  <a:pos x="88" y="61"/>
                </a:cxn>
                <a:cxn ang="0">
                  <a:pos x="91" y="93"/>
                </a:cxn>
                <a:cxn ang="0">
                  <a:pos x="95" y="125"/>
                </a:cxn>
                <a:cxn ang="0">
                  <a:pos x="100" y="159"/>
                </a:cxn>
                <a:cxn ang="0">
                  <a:pos x="104" y="192"/>
                </a:cxn>
                <a:cxn ang="0">
                  <a:pos x="109" y="222"/>
                </a:cxn>
                <a:cxn ang="0">
                  <a:pos x="115" y="251"/>
                </a:cxn>
                <a:cxn ang="0">
                  <a:pos x="118" y="276"/>
                </a:cxn>
                <a:cxn ang="0">
                  <a:pos x="122" y="308"/>
                </a:cxn>
                <a:cxn ang="0">
                  <a:pos x="125" y="335"/>
                </a:cxn>
                <a:cxn ang="0">
                  <a:pos x="122" y="362"/>
                </a:cxn>
                <a:cxn ang="0">
                  <a:pos x="118" y="383"/>
                </a:cxn>
                <a:cxn ang="0">
                  <a:pos x="115" y="405"/>
                </a:cxn>
                <a:cxn ang="0">
                  <a:pos x="106" y="421"/>
                </a:cxn>
                <a:cxn ang="0">
                  <a:pos x="97" y="439"/>
                </a:cxn>
                <a:cxn ang="0">
                  <a:pos x="86" y="453"/>
                </a:cxn>
                <a:cxn ang="0">
                  <a:pos x="70" y="469"/>
                </a:cxn>
                <a:cxn ang="0">
                  <a:pos x="57" y="482"/>
                </a:cxn>
                <a:cxn ang="0">
                  <a:pos x="43" y="494"/>
                </a:cxn>
                <a:cxn ang="0">
                  <a:pos x="27" y="505"/>
                </a:cxn>
                <a:cxn ang="0">
                  <a:pos x="14" y="516"/>
                </a:cxn>
                <a:cxn ang="0">
                  <a:pos x="5" y="525"/>
                </a:cxn>
                <a:cxn ang="0">
                  <a:pos x="0" y="530"/>
                </a:cxn>
                <a:cxn ang="0">
                  <a:pos x="9" y="521"/>
                </a:cxn>
                <a:cxn ang="0">
                  <a:pos x="27" y="507"/>
                </a:cxn>
                <a:cxn ang="0">
                  <a:pos x="45" y="498"/>
                </a:cxn>
                <a:cxn ang="0">
                  <a:pos x="63" y="487"/>
                </a:cxn>
                <a:cxn ang="0">
                  <a:pos x="79" y="478"/>
                </a:cxn>
                <a:cxn ang="0">
                  <a:pos x="95" y="464"/>
                </a:cxn>
                <a:cxn ang="0">
                  <a:pos x="113" y="451"/>
                </a:cxn>
                <a:cxn ang="0">
                  <a:pos x="127" y="439"/>
                </a:cxn>
                <a:cxn ang="0">
                  <a:pos x="143" y="419"/>
                </a:cxn>
                <a:cxn ang="0">
                  <a:pos x="152" y="399"/>
                </a:cxn>
                <a:cxn ang="0">
                  <a:pos x="156" y="378"/>
                </a:cxn>
                <a:cxn ang="0">
                  <a:pos x="158" y="360"/>
                </a:cxn>
                <a:cxn ang="0">
                  <a:pos x="161" y="344"/>
                </a:cxn>
                <a:cxn ang="0">
                  <a:pos x="161" y="326"/>
                </a:cxn>
                <a:cxn ang="0">
                  <a:pos x="163" y="308"/>
                </a:cxn>
                <a:cxn ang="0">
                  <a:pos x="161" y="290"/>
                </a:cxn>
                <a:cxn ang="0">
                  <a:pos x="161" y="274"/>
                </a:cxn>
                <a:cxn ang="0">
                  <a:pos x="161" y="258"/>
                </a:cxn>
                <a:cxn ang="0">
                  <a:pos x="158" y="242"/>
                </a:cxn>
                <a:cxn ang="0">
                  <a:pos x="156" y="224"/>
                </a:cxn>
                <a:cxn ang="0">
                  <a:pos x="154" y="208"/>
                </a:cxn>
                <a:cxn ang="0">
                  <a:pos x="156" y="192"/>
                </a:cxn>
              </a:cxnLst>
              <a:rect l="0" t="0" r="0" b="0"/>
              <a:pathLst>
                <a:path w="21600" h="2160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alpha val="100000"/>
              </a:schemeClr>
            </a:solidFill>
            <a:ln w="9525">
              <a:noFill/>
            </a:ln>
          </p:spPr>
          <p:txBody>
            <a:bodyPr/>
            <a:lstStyle/>
            <a:p>
              <a:endParaRPr lang="en-US"/>
            </a:p>
          </p:txBody>
        </p:sp>
        <p:sp>
          <p:nvSpPr>
            <p:cNvPr id="2059" name="未知"/>
            <p:cNvSpPr>
              <a:spLocks noChangeAspect="1"/>
            </p:cNvSpPr>
            <p:nvPr/>
          </p:nvSpPr>
          <p:spPr>
            <a:xfrm>
              <a:off x="297" y="499"/>
              <a:ext cx="352" cy="408"/>
            </a:xfrm>
            <a:custGeom>
              <a:avLst/>
              <a:gdLst/>
              <a:ahLst/>
              <a:cxnLst>
                <a:cxn ang="0">
                  <a:pos x="179" y="34"/>
                </a:cxn>
                <a:cxn ang="0">
                  <a:pos x="157" y="48"/>
                </a:cxn>
                <a:cxn ang="0">
                  <a:pos x="132" y="61"/>
                </a:cxn>
                <a:cxn ang="0">
                  <a:pos x="104" y="75"/>
                </a:cxn>
                <a:cxn ang="0">
                  <a:pos x="79" y="91"/>
                </a:cxn>
                <a:cxn ang="0">
                  <a:pos x="54" y="104"/>
                </a:cxn>
                <a:cxn ang="0">
                  <a:pos x="30" y="118"/>
                </a:cxn>
                <a:cxn ang="0">
                  <a:pos x="7" y="134"/>
                </a:cxn>
                <a:cxn ang="0">
                  <a:pos x="7" y="136"/>
                </a:cxn>
                <a:cxn ang="0">
                  <a:pos x="34" y="129"/>
                </a:cxn>
                <a:cxn ang="0">
                  <a:pos x="68" y="118"/>
                </a:cxn>
                <a:cxn ang="0">
                  <a:pos x="98" y="107"/>
                </a:cxn>
                <a:cxn ang="0">
                  <a:pos x="116" y="93"/>
                </a:cxn>
                <a:cxn ang="0">
                  <a:pos x="134" y="77"/>
                </a:cxn>
                <a:cxn ang="0">
                  <a:pos x="159" y="63"/>
                </a:cxn>
                <a:cxn ang="0">
                  <a:pos x="182" y="52"/>
                </a:cxn>
                <a:cxn ang="0">
                  <a:pos x="204" y="43"/>
                </a:cxn>
                <a:cxn ang="0">
                  <a:pos x="229" y="39"/>
                </a:cxn>
                <a:cxn ang="0">
                  <a:pos x="248" y="39"/>
                </a:cxn>
                <a:cxn ang="0">
                  <a:pos x="266" y="48"/>
                </a:cxn>
                <a:cxn ang="0">
                  <a:pos x="282" y="73"/>
                </a:cxn>
                <a:cxn ang="0">
                  <a:pos x="295" y="102"/>
                </a:cxn>
                <a:cxn ang="0">
                  <a:pos x="302" y="134"/>
                </a:cxn>
                <a:cxn ang="0">
                  <a:pos x="307" y="168"/>
                </a:cxn>
                <a:cxn ang="0">
                  <a:pos x="307" y="202"/>
                </a:cxn>
                <a:cxn ang="0">
                  <a:pos x="304" y="231"/>
                </a:cxn>
                <a:cxn ang="0">
                  <a:pos x="300" y="263"/>
                </a:cxn>
                <a:cxn ang="0">
                  <a:pos x="295" y="292"/>
                </a:cxn>
                <a:cxn ang="0">
                  <a:pos x="284" y="290"/>
                </a:cxn>
                <a:cxn ang="0">
                  <a:pos x="254" y="263"/>
                </a:cxn>
                <a:cxn ang="0">
                  <a:pos x="223" y="238"/>
                </a:cxn>
                <a:cxn ang="0">
                  <a:pos x="207" y="240"/>
                </a:cxn>
                <a:cxn ang="0">
                  <a:pos x="218" y="281"/>
                </a:cxn>
                <a:cxn ang="0">
                  <a:pos x="238" y="311"/>
                </a:cxn>
                <a:cxn ang="0">
                  <a:pos x="263" y="340"/>
                </a:cxn>
                <a:cxn ang="0">
                  <a:pos x="279" y="369"/>
                </a:cxn>
                <a:cxn ang="0">
                  <a:pos x="295" y="394"/>
                </a:cxn>
                <a:cxn ang="0">
                  <a:pos x="318" y="406"/>
                </a:cxn>
                <a:cxn ang="0">
                  <a:pos x="345" y="406"/>
                </a:cxn>
                <a:cxn ang="0">
                  <a:pos x="352" y="403"/>
                </a:cxn>
                <a:cxn ang="0">
                  <a:pos x="347" y="381"/>
                </a:cxn>
                <a:cxn ang="0">
                  <a:pos x="347" y="340"/>
                </a:cxn>
                <a:cxn ang="0">
                  <a:pos x="350" y="301"/>
                </a:cxn>
                <a:cxn ang="0">
                  <a:pos x="350" y="267"/>
                </a:cxn>
                <a:cxn ang="0">
                  <a:pos x="350" y="245"/>
                </a:cxn>
                <a:cxn ang="0">
                  <a:pos x="347" y="227"/>
                </a:cxn>
                <a:cxn ang="0">
                  <a:pos x="345" y="206"/>
                </a:cxn>
                <a:cxn ang="0">
                  <a:pos x="343" y="184"/>
                </a:cxn>
                <a:cxn ang="0">
                  <a:pos x="341" y="161"/>
                </a:cxn>
                <a:cxn ang="0">
                  <a:pos x="338" y="138"/>
                </a:cxn>
                <a:cxn ang="0">
                  <a:pos x="334" y="113"/>
                </a:cxn>
                <a:cxn ang="0">
                  <a:pos x="332" y="91"/>
                </a:cxn>
                <a:cxn ang="0">
                  <a:pos x="311" y="36"/>
                </a:cxn>
                <a:cxn ang="0">
                  <a:pos x="275" y="7"/>
                </a:cxn>
                <a:cxn ang="0">
                  <a:pos x="234" y="2"/>
                </a:cxn>
                <a:cxn ang="0">
                  <a:pos x="198" y="16"/>
                </a:cxn>
              </a:cxnLst>
              <a:rect l="0" t="0" r="0" b="0"/>
              <a:pathLst>
                <a:path w="21600" h="2160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alpha val="100000"/>
              </a:schemeClr>
            </a:solidFill>
            <a:ln w="9525">
              <a:noFill/>
            </a:ln>
          </p:spPr>
          <p:txBody>
            <a:bodyPr/>
            <a:lstStyle/>
            <a:p>
              <a:endParaRPr lang="en-US"/>
            </a:p>
          </p:txBody>
        </p:sp>
        <p:sp>
          <p:nvSpPr>
            <p:cNvPr id="2060" name="未知"/>
            <p:cNvSpPr>
              <a:spLocks noChangeAspect="1"/>
            </p:cNvSpPr>
            <p:nvPr/>
          </p:nvSpPr>
          <p:spPr>
            <a:xfrm>
              <a:off x="576" y="274"/>
              <a:ext cx="125" cy="116"/>
            </a:xfrm>
            <a:custGeom>
              <a:avLst/>
              <a:gdLst/>
              <a:ahLst/>
              <a:cxnLst>
                <a:cxn ang="0">
                  <a:pos x="125" y="0"/>
                </a:cxn>
                <a:cxn ang="0">
                  <a:pos x="120" y="2"/>
                </a:cxn>
                <a:cxn ang="0">
                  <a:pos x="118" y="5"/>
                </a:cxn>
                <a:cxn ang="0">
                  <a:pos x="114" y="9"/>
                </a:cxn>
                <a:cxn ang="0">
                  <a:pos x="107" y="9"/>
                </a:cxn>
                <a:cxn ang="0">
                  <a:pos x="102" y="14"/>
                </a:cxn>
                <a:cxn ang="0">
                  <a:pos x="98" y="16"/>
                </a:cxn>
                <a:cxn ang="0">
                  <a:pos x="95" y="16"/>
                </a:cxn>
                <a:cxn ang="0">
                  <a:pos x="89" y="20"/>
                </a:cxn>
                <a:cxn ang="0">
                  <a:pos x="82" y="25"/>
                </a:cxn>
                <a:cxn ang="0">
                  <a:pos x="75" y="25"/>
                </a:cxn>
                <a:cxn ang="0">
                  <a:pos x="68" y="30"/>
                </a:cxn>
                <a:cxn ang="0">
                  <a:pos x="64" y="34"/>
                </a:cxn>
                <a:cxn ang="0">
                  <a:pos x="59" y="34"/>
                </a:cxn>
                <a:cxn ang="0">
                  <a:pos x="52" y="39"/>
                </a:cxn>
                <a:cxn ang="0">
                  <a:pos x="45" y="41"/>
                </a:cxn>
                <a:cxn ang="0">
                  <a:pos x="41" y="45"/>
                </a:cxn>
                <a:cxn ang="0">
                  <a:pos x="34" y="48"/>
                </a:cxn>
                <a:cxn ang="0">
                  <a:pos x="30" y="52"/>
                </a:cxn>
                <a:cxn ang="0">
                  <a:pos x="25" y="55"/>
                </a:cxn>
                <a:cxn ang="0">
                  <a:pos x="20" y="59"/>
                </a:cxn>
                <a:cxn ang="0">
                  <a:pos x="16" y="59"/>
                </a:cxn>
                <a:cxn ang="0">
                  <a:pos x="11" y="61"/>
                </a:cxn>
                <a:cxn ang="0">
                  <a:pos x="7" y="66"/>
                </a:cxn>
                <a:cxn ang="0">
                  <a:pos x="5" y="68"/>
                </a:cxn>
                <a:cxn ang="0">
                  <a:pos x="2" y="75"/>
                </a:cxn>
                <a:cxn ang="0">
                  <a:pos x="2" y="80"/>
                </a:cxn>
                <a:cxn ang="0">
                  <a:pos x="0" y="82"/>
                </a:cxn>
                <a:cxn ang="0">
                  <a:pos x="0" y="86"/>
                </a:cxn>
                <a:cxn ang="0">
                  <a:pos x="2" y="91"/>
                </a:cxn>
                <a:cxn ang="0">
                  <a:pos x="2" y="98"/>
                </a:cxn>
                <a:cxn ang="0">
                  <a:pos x="2" y="100"/>
                </a:cxn>
                <a:cxn ang="0">
                  <a:pos x="9" y="102"/>
                </a:cxn>
                <a:cxn ang="0">
                  <a:pos x="18" y="114"/>
                </a:cxn>
                <a:cxn ang="0">
                  <a:pos x="27" y="116"/>
                </a:cxn>
                <a:cxn ang="0">
                  <a:pos x="36" y="116"/>
                </a:cxn>
                <a:cxn ang="0">
                  <a:pos x="45" y="111"/>
                </a:cxn>
                <a:cxn ang="0">
                  <a:pos x="55" y="102"/>
                </a:cxn>
                <a:cxn ang="0">
                  <a:pos x="66" y="93"/>
                </a:cxn>
                <a:cxn ang="0">
                  <a:pos x="75" y="82"/>
                </a:cxn>
                <a:cxn ang="0">
                  <a:pos x="84" y="71"/>
                </a:cxn>
                <a:cxn ang="0">
                  <a:pos x="91" y="59"/>
                </a:cxn>
                <a:cxn ang="0">
                  <a:pos x="100" y="45"/>
                </a:cxn>
                <a:cxn ang="0">
                  <a:pos x="107" y="34"/>
                </a:cxn>
                <a:cxn ang="0">
                  <a:pos x="111" y="25"/>
                </a:cxn>
                <a:cxn ang="0">
                  <a:pos x="120" y="14"/>
                </a:cxn>
                <a:cxn ang="0">
                  <a:pos x="123" y="7"/>
                </a:cxn>
                <a:cxn ang="0">
                  <a:pos x="123" y="2"/>
                </a:cxn>
                <a:cxn ang="0">
                  <a:pos x="125" y="0"/>
                </a:cxn>
              </a:cxnLst>
              <a:rect l="0" t="0" r="0" b="0"/>
              <a:pathLst>
                <a:path w="21600" h="2160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alpha val="100000"/>
              </a:schemeClr>
            </a:solidFill>
            <a:ln w="9525">
              <a:noFill/>
            </a:ln>
          </p:spPr>
          <p:txBody>
            <a:bodyPr/>
            <a:lstStyle/>
            <a:p>
              <a:endParaRPr lang="en-US"/>
            </a:p>
          </p:txBody>
        </p:sp>
        <p:sp>
          <p:nvSpPr>
            <p:cNvPr id="2" name="未知"/>
            <p:cNvSpPr>
              <a:spLocks noChangeAspect="1"/>
            </p:cNvSpPr>
            <p:nvPr/>
          </p:nvSpPr>
          <p:spPr>
            <a:xfrm>
              <a:off x="556" y="175"/>
              <a:ext cx="161" cy="70"/>
            </a:xfrm>
            <a:custGeom>
              <a:avLst/>
              <a:gdLst/>
              <a:ahLst/>
              <a:cxnLst>
                <a:cxn ang="0">
                  <a:pos x="113" y="5"/>
                </a:cxn>
                <a:cxn ang="0">
                  <a:pos x="111" y="0"/>
                </a:cxn>
                <a:cxn ang="0">
                  <a:pos x="107" y="5"/>
                </a:cxn>
                <a:cxn ang="0">
                  <a:pos x="93" y="11"/>
                </a:cxn>
                <a:cxn ang="0">
                  <a:pos x="82" y="16"/>
                </a:cxn>
                <a:cxn ang="0">
                  <a:pos x="68" y="18"/>
                </a:cxn>
                <a:cxn ang="0">
                  <a:pos x="50" y="18"/>
                </a:cxn>
                <a:cxn ang="0">
                  <a:pos x="36" y="20"/>
                </a:cxn>
                <a:cxn ang="0">
                  <a:pos x="20" y="18"/>
                </a:cxn>
                <a:cxn ang="0">
                  <a:pos x="7" y="18"/>
                </a:cxn>
                <a:cxn ang="0">
                  <a:pos x="0" y="20"/>
                </a:cxn>
                <a:cxn ang="0">
                  <a:pos x="2" y="25"/>
                </a:cxn>
                <a:cxn ang="0">
                  <a:pos x="9" y="32"/>
                </a:cxn>
                <a:cxn ang="0">
                  <a:pos x="20" y="43"/>
                </a:cxn>
                <a:cxn ang="0">
                  <a:pos x="32" y="50"/>
                </a:cxn>
                <a:cxn ang="0">
                  <a:pos x="48" y="59"/>
                </a:cxn>
                <a:cxn ang="0">
                  <a:pos x="59" y="65"/>
                </a:cxn>
                <a:cxn ang="0">
                  <a:pos x="73" y="70"/>
                </a:cxn>
                <a:cxn ang="0">
                  <a:pos x="82" y="68"/>
                </a:cxn>
                <a:cxn ang="0">
                  <a:pos x="88" y="65"/>
                </a:cxn>
                <a:cxn ang="0">
                  <a:pos x="95" y="65"/>
                </a:cxn>
                <a:cxn ang="0">
                  <a:pos x="107" y="65"/>
                </a:cxn>
                <a:cxn ang="0">
                  <a:pos x="118" y="61"/>
                </a:cxn>
                <a:cxn ang="0">
                  <a:pos x="127" y="61"/>
                </a:cxn>
                <a:cxn ang="0">
                  <a:pos x="136" y="56"/>
                </a:cxn>
                <a:cxn ang="0">
                  <a:pos x="143" y="50"/>
                </a:cxn>
                <a:cxn ang="0">
                  <a:pos x="152" y="43"/>
                </a:cxn>
                <a:cxn ang="0">
                  <a:pos x="159" y="36"/>
                </a:cxn>
                <a:cxn ang="0">
                  <a:pos x="159" y="27"/>
                </a:cxn>
                <a:cxn ang="0">
                  <a:pos x="159" y="23"/>
                </a:cxn>
                <a:cxn ang="0">
                  <a:pos x="159" y="18"/>
                </a:cxn>
                <a:cxn ang="0">
                  <a:pos x="150" y="14"/>
                </a:cxn>
                <a:cxn ang="0">
                  <a:pos x="138" y="11"/>
                </a:cxn>
                <a:cxn ang="0">
                  <a:pos x="120" y="9"/>
                </a:cxn>
              </a:cxnLst>
              <a:rect l="0" t="0" r="0" b="0"/>
              <a:pathLst>
                <a:path w="21600" h="2160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alpha val="100000"/>
              </a:schemeClr>
            </a:solidFill>
            <a:ln w="9525">
              <a:noFill/>
            </a:ln>
          </p:spPr>
          <p:txBody>
            <a:bodyPr/>
            <a:lstStyle/>
            <a:p>
              <a:endParaRPr lang="en-US"/>
            </a:p>
          </p:txBody>
        </p:sp>
        <p:sp>
          <p:nvSpPr>
            <p:cNvPr id="3" name="未知"/>
            <p:cNvSpPr>
              <a:spLocks noChangeAspect="1"/>
            </p:cNvSpPr>
            <p:nvPr/>
          </p:nvSpPr>
          <p:spPr>
            <a:xfrm>
              <a:off x="279" y="2"/>
              <a:ext cx="186" cy="216"/>
            </a:xfrm>
            <a:custGeom>
              <a:avLst/>
              <a:gdLst/>
              <a:ahLst/>
              <a:cxnLst>
                <a:cxn ang="0">
                  <a:pos x="175" y="70"/>
                </a:cxn>
                <a:cxn ang="0">
                  <a:pos x="147" y="32"/>
                </a:cxn>
                <a:cxn ang="0">
                  <a:pos x="118" y="11"/>
                </a:cxn>
                <a:cxn ang="0">
                  <a:pos x="82" y="0"/>
                </a:cxn>
                <a:cxn ang="0">
                  <a:pos x="52" y="5"/>
                </a:cxn>
                <a:cxn ang="0">
                  <a:pos x="34" y="14"/>
                </a:cxn>
                <a:cxn ang="0">
                  <a:pos x="25" y="25"/>
                </a:cxn>
                <a:cxn ang="0">
                  <a:pos x="18" y="36"/>
                </a:cxn>
                <a:cxn ang="0">
                  <a:pos x="11" y="52"/>
                </a:cxn>
                <a:cxn ang="0">
                  <a:pos x="7" y="61"/>
                </a:cxn>
                <a:cxn ang="0">
                  <a:pos x="0" y="70"/>
                </a:cxn>
                <a:cxn ang="0">
                  <a:pos x="2" y="77"/>
                </a:cxn>
                <a:cxn ang="0">
                  <a:pos x="11" y="75"/>
                </a:cxn>
                <a:cxn ang="0">
                  <a:pos x="27" y="77"/>
                </a:cxn>
                <a:cxn ang="0">
                  <a:pos x="48" y="73"/>
                </a:cxn>
                <a:cxn ang="0">
                  <a:pos x="59" y="68"/>
                </a:cxn>
                <a:cxn ang="0">
                  <a:pos x="68" y="64"/>
                </a:cxn>
                <a:cxn ang="0">
                  <a:pos x="77" y="61"/>
                </a:cxn>
                <a:cxn ang="0">
                  <a:pos x="88" y="59"/>
                </a:cxn>
                <a:cxn ang="0">
                  <a:pos x="98" y="59"/>
                </a:cxn>
                <a:cxn ang="0">
                  <a:pos x="109" y="66"/>
                </a:cxn>
                <a:cxn ang="0">
                  <a:pos x="118" y="75"/>
                </a:cxn>
                <a:cxn ang="0">
                  <a:pos x="122" y="84"/>
                </a:cxn>
                <a:cxn ang="0">
                  <a:pos x="125" y="91"/>
                </a:cxn>
                <a:cxn ang="0">
                  <a:pos x="129" y="100"/>
                </a:cxn>
                <a:cxn ang="0">
                  <a:pos x="134" y="109"/>
                </a:cxn>
                <a:cxn ang="0">
                  <a:pos x="134" y="114"/>
                </a:cxn>
                <a:cxn ang="0">
                  <a:pos x="141" y="132"/>
                </a:cxn>
                <a:cxn ang="0">
                  <a:pos x="141" y="150"/>
                </a:cxn>
                <a:cxn ang="0">
                  <a:pos x="134" y="164"/>
                </a:cxn>
                <a:cxn ang="0">
                  <a:pos x="127" y="177"/>
                </a:cxn>
                <a:cxn ang="0">
                  <a:pos x="118" y="186"/>
                </a:cxn>
                <a:cxn ang="0">
                  <a:pos x="113" y="191"/>
                </a:cxn>
                <a:cxn ang="0">
                  <a:pos x="107" y="189"/>
                </a:cxn>
                <a:cxn ang="0">
                  <a:pos x="98" y="182"/>
                </a:cxn>
                <a:cxn ang="0">
                  <a:pos x="88" y="175"/>
                </a:cxn>
                <a:cxn ang="0">
                  <a:pos x="77" y="168"/>
                </a:cxn>
                <a:cxn ang="0">
                  <a:pos x="70" y="166"/>
                </a:cxn>
                <a:cxn ang="0">
                  <a:pos x="73" y="173"/>
                </a:cxn>
                <a:cxn ang="0">
                  <a:pos x="75" y="180"/>
                </a:cxn>
                <a:cxn ang="0">
                  <a:pos x="98" y="207"/>
                </a:cxn>
                <a:cxn ang="0">
                  <a:pos x="132" y="216"/>
                </a:cxn>
                <a:cxn ang="0">
                  <a:pos x="157" y="198"/>
                </a:cxn>
                <a:cxn ang="0">
                  <a:pos x="177" y="166"/>
                </a:cxn>
                <a:cxn ang="0">
                  <a:pos x="186" y="125"/>
                </a:cxn>
              </a:cxnLst>
              <a:rect l="0" t="0" r="0" b="0"/>
              <a:pathLst>
                <a:path w="21600" h="2160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alpha val="100000"/>
              </a:schemeClr>
            </a:solidFill>
            <a:ln w="9525">
              <a:noFill/>
            </a:ln>
          </p:spPr>
          <p:txBody>
            <a:bodyPr/>
            <a:lstStyle/>
            <a:p>
              <a:endParaRPr lang="en-US"/>
            </a:p>
          </p:txBody>
        </p:sp>
        <p:sp>
          <p:nvSpPr>
            <p:cNvPr id="2063" name="未知"/>
            <p:cNvSpPr>
              <a:spLocks noChangeAspect="1"/>
            </p:cNvSpPr>
            <p:nvPr/>
          </p:nvSpPr>
          <p:spPr>
            <a:xfrm>
              <a:off x="340" y="254"/>
              <a:ext cx="277" cy="156"/>
            </a:xfrm>
            <a:custGeom>
              <a:avLst/>
              <a:gdLst/>
              <a:ahLst/>
              <a:cxnLst>
                <a:cxn ang="0">
                  <a:pos x="184" y="47"/>
                </a:cxn>
                <a:cxn ang="0">
                  <a:pos x="161" y="61"/>
                </a:cxn>
                <a:cxn ang="0">
                  <a:pos x="141" y="68"/>
                </a:cxn>
                <a:cxn ang="0">
                  <a:pos x="123" y="75"/>
                </a:cxn>
                <a:cxn ang="0">
                  <a:pos x="104" y="86"/>
                </a:cxn>
                <a:cxn ang="0">
                  <a:pos x="84" y="95"/>
                </a:cxn>
                <a:cxn ang="0">
                  <a:pos x="70" y="95"/>
                </a:cxn>
                <a:cxn ang="0">
                  <a:pos x="52" y="88"/>
                </a:cxn>
                <a:cxn ang="0">
                  <a:pos x="41" y="77"/>
                </a:cxn>
                <a:cxn ang="0">
                  <a:pos x="34" y="61"/>
                </a:cxn>
                <a:cxn ang="0">
                  <a:pos x="36" y="47"/>
                </a:cxn>
                <a:cxn ang="0">
                  <a:pos x="39" y="38"/>
                </a:cxn>
                <a:cxn ang="0">
                  <a:pos x="39" y="27"/>
                </a:cxn>
                <a:cxn ang="0">
                  <a:pos x="39" y="14"/>
                </a:cxn>
                <a:cxn ang="0">
                  <a:pos x="36" y="9"/>
                </a:cxn>
                <a:cxn ang="0">
                  <a:pos x="30" y="0"/>
                </a:cxn>
                <a:cxn ang="0">
                  <a:pos x="20" y="2"/>
                </a:cxn>
                <a:cxn ang="0">
                  <a:pos x="9" y="20"/>
                </a:cxn>
                <a:cxn ang="0">
                  <a:pos x="2" y="52"/>
                </a:cxn>
                <a:cxn ang="0">
                  <a:pos x="5" y="86"/>
                </a:cxn>
                <a:cxn ang="0">
                  <a:pos x="14" y="120"/>
                </a:cxn>
                <a:cxn ang="0">
                  <a:pos x="36" y="140"/>
                </a:cxn>
                <a:cxn ang="0">
                  <a:pos x="57" y="149"/>
                </a:cxn>
                <a:cxn ang="0">
                  <a:pos x="77" y="154"/>
                </a:cxn>
                <a:cxn ang="0">
                  <a:pos x="95" y="156"/>
                </a:cxn>
                <a:cxn ang="0">
                  <a:pos x="109" y="149"/>
                </a:cxn>
                <a:cxn ang="0">
                  <a:pos x="127" y="142"/>
                </a:cxn>
                <a:cxn ang="0">
                  <a:pos x="141" y="133"/>
                </a:cxn>
                <a:cxn ang="0">
                  <a:pos x="157" y="124"/>
                </a:cxn>
                <a:cxn ang="0">
                  <a:pos x="170" y="113"/>
                </a:cxn>
                <a:cxn ang="0">
                  <a:pos x="184" y="106"/>
                </a:cxn>
                <a:cxn ang="0">
                  <a:pos x="198" y="104"/>
                </a:cxn>
                <a:cxn ang="0">
                  <a:pos x="211" y="99"/>
                </a:cxn>
                <a:cxn ang="0">
                  <a:pos x="227" y="95"/>
                </a:cxn>
                <a:cxn ang="0">
                  <a:pos x="238" y="88"/>
                </a:cxn>
                <a:cxn ang="0">
                  <a:pos x="252" y="77"/>
                </a:cxn>
                <a:cxn ang="0">
                  <a:pos x="263" y="66"/>
                </a:cxn>
                <a:cxn ang="0">
                  <a:pos x="270" y="54"/>
                </a:cxn>
                <a:cxn ang="0">
                  <a:pos x="277" y="41"/>
                </a:cxn>
                <a:cxn ang="0">
                  <a:pos x="275" y="27"/>
                </a:cxn>
                <a:cxn ang="0">
                  <a:pos x="266" y="18"/>
                </a:cxn>
                <a:cxn ang="0">
                  <a:pos x="254" y="14"/>
                </a:cxn>
                <a:cxn ang="0">
                  <a:pos x="236" y="14"/>
                </a:cxn>
                <a:cxn ang="0">
                  <a:pos x="227" y="18"/>
                </a:cxn>
                <a:cxn ang="0">
                  <a:pos x="220" y="23"/>
                </a:cxn>
                <a:cxn ang="0">
                  <a:pos x="213" y="27"/>
                </a:cxn>
                <a:cxn ang="0">
                  <a:pos x="207" y="34"/>
                </a:cxn>
                <a:cxn ang="0">
                  <a:pos x="198" y="38"/>
                </a:cxn>
              </a:cxnLst>
              <a:rect l="0" t="0" r="0" b="0"/>
              <a:pathLst>
                <a:path w="21600" h="2160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alpha val="100000"/>
              </a:schemeClr>
            </a:solidFill>
            <a:ln w="9525">
              <a:noFill/>
            </a:ln>
          </p:spPr>
          <p:txBody>
            <a:bodyPr/>
            <a:lstStyle/>
            <a:p>
              <a:endParaRPr lang="en-US"/>
            </a:p>
          </p:txBody>
        </p:sp>
        <p:sp>
          <p:nvSpPr>
            <p:cNvPr id="2064" name="未知"/>
            <p:cNvSpPr>
              <a:spLocks noChangeAspect="1"/>
            </p:cNvSpPr>
            <p:nvPr/>
          </p:nvSpPr>
          <p:spPr>
            <a:xfrm>
              <a:off x="2" y="120"/>
              <a:ext cx="302" cy="270"/>
            </a:xfrm>
            <a:custGeom>
              <a:avLst/>
              <a:gdLst/>
              <a:ahLst/>
              <a:cxnLst>
                <a:cxn ang="0">
                  <a:pos x="116" y="170"/>
                </a:cxn>
                <a:cxn ang="0">
                  <a:pos x="123" y="159"/>
                </a:cxn>
                <a:cxn ang="0">
                  <a:pos x="129" y="145"/>
                </a:cxn>
                <a:cxn ang="0">
                  <a:pos x="139" y="134"/>
                </a:cxn>
                <a:cxn ang="0">
                  <a:pos x="150" y="127"/>
                </a:cxn>
                <a:cxn ang="0">
                  <a:pos x="154" y="118"/>
                </a:cxn>
                <a:cxn ang="0">
                  <a:pos x="163" y="109"/>
                </a:cxn>
                <a:cxn ang="0">
                  <a:pos x="173" y="100"/>
                </a:cxn>
                <a:cxn ang="0">
                  <a:pos x="179" y="93"/>
                </a:cxn>
                <a:cxn ang="0">
                  <a:pos x="186" y="84"/>
                </a:cxn>
                <a:cxn ang="0">
                  <a:pos x="195" y="77"/>
                </a:cxn>
                <a:cxn ang="0">
                  <a:pos x="207" y="68"/>
                </a:cxn>
                <a:cxn ang="0">
                  <a:pos x="216" y="59"/>
                </a:cxn>
                <a:cxn ang="0">
                  <a:pos x="232" y="50"/>
                </a:cxn>
                <a:cxn ang="0">
                  <a:pos x="245" y="45"/>
                </a:cxn>
                <a:cxn ang="0">
                  <a:pos x="263" y="39"/>
                </a:cxn>
                <a:cxn ang="0">
                  <a:pos x="284" y="34"/>
                </a:cxn>
                <a:cxn ang="0">
                  <a:pos x="293" y="27"/>
                </a:cxn>
                <a:cxn ang="0">
                  <a:pos x="300" y="20"/>
                </a:cxn>
                <a:cxn ang="0">
                  <a:pos x="302" y="14"/>
                </a:cxn>
                <a:cxn ang="0">
                  <a:pos x="295" y="5"/>
                </a:cxn>
                <a:cxn ang="0">
                  <a:pos x="282" y="0"/>
                </a:cxn>
                <a:cxn ang="0">
                  <a:pos x="272" y="2"/>
                </a:cxn>
                <a:cxn ang="0">
                  <a:pos x="252" y="11"/>
                </a:cxn>
                <a:cxn ang="0">
                  <a:pos x="238" y="25"/>
                </a:cxn>
                <a:cxn ang="0">
                  <a:pos x="225" y="34"/>
                </a:cxn>
                <a:cxn ang="0">
                  <a:pos x="209" y="45"/>
                </a:cxn>
                <a:cxn ang="0">
                  <a:pos x="195" y="57"/>
                </a:cxn>
                <a:cxn ang="0">
                  <a:pos x="177" y="70"/>
                </a:cxn>
                <a:cxn ang="0">
                  <a:pos x="159" y="79"/>
                </a:cxn>
                <a:cxn ang="0">
                  <a:pos x="141" y="91"/>
                </a:cxn>
                <a:cxn ang="0">
                  <a:pos x="120" y="104"/>
                </a:cxn>
                <a:cxn ang="0">
                  <a:pos x="102" y="118"/>
                </a:cxn>
                <a:cxn ang="0">
                  <a:pos x="82" y="132"/>
                </a:cxn>
                <a:cxn ang="0">
                  <a:pos x="66" y="141"/>
                </a:cxn>
                <a:cxn ang="0">
                  <a:pos x="50" y="154"/>
                </a:cxn>
                <a:cxn ang="0">
                  <a:pos x="36" y="166"/>
                </a:cxn>
                <a:cxn ang="0">
                  <a:pos x="25" y="182"/>
                </a:cxn>
                <a:cxn ang="0">
                  <a:pos x="14" y="193"/>
                </a:cxn>
                <a:cxn ang="0">
                  <a:pos x="9" y="202"/>
                </a:cxn>
                <a:cxn ang="0">
                  <a:pos x="2" y="222"/>
                </a:cxn>
                <a:cxn ang="0">
                  <a:pos x="0" y="241"/>
                </a:cxn>
                <a:cxn ang="0">
                  <a:pos x="2" y="254"/>
                </a:cxn>
                <a:cxn ang="0">
                  <a:pos x="5" y="263"/>
                </a:cxn>
                <a:cxn ang="0">
                  <a:pos x="14" y="270"/>
                </a:cxn>
                <a:cxn ang="0">
                  <a:pos x="23" y="268"/>
                </a:cxn>
                <a:cxn ang="0">
                  <a:pos x="30" y="263"/>
                </a:cxn>
                <a:cxn ang="0">
                  <a:pos x="41" y="254"/>
                </a:cxn>
                <a:cxn ang="0">
                  <a:pos x="50" y="241"/>
                </a:cxn>
                <a:cxn ang="0">
                  <a:pos x="59" y="231"/>
                </a:cxn>
                <a:cxn ang="0">
                  <a:pos x="68" y="222"/>
                </a:cxn>
                <a:cxn ang="0">
                  <a:pos x="75" y="216"/>
                </a:cxn>
                <a:cxn ang="0">
                  <a:pos x="84" y="211"/>
                </a:cxn>
                <a:cxn ang="0">
                  <a:pos x="89" y="204"/>
                </a:cxn>
                <a:cxn ang="0">
                  <a:pos x="98" y="195"/>
                </a:cxn>
                <a:cxn ang="0">
                  <a:pos x="107" y="182"/>
                </a:cxn>
              </a:cxnLst>
              <a:rect l="0" t="0" r="0" b="0"/>
              <a:pathLst>
                <a:path w="21600" h="2160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alpha val="100000"/>
              </a:schemeClr>
            </a:solidFill>
            <a:ln w="9525">
              <a:noFill/>
            </a:ln>
          </p:spPr>
          <p:txBody>
            <a:bodyPr/>
            <a:lstStyle/>
            <a:p>
              <a:endParaRPr lang="en-US"/>
            </a:p>
          </p:txBody>
        </p:sp>
        <p:sp>
          <p:nvSpPr>
            <p:cNvPr id="2065" name="未知"/>
            <p:cNvSpPr>
              <a:spLocks noChangeAspect="1"/>
            </p:cNvSpPr>
            <p:nvPr/>
          </p:nvSpPr>
          <p:spPr>
            <a:xfrm>
              <a:off x="206" y="630"/>
              <a:ext cx="375" cy="737"/>
            </a:xfrm>
            <a:custGeom>
              <a:avLst/>
              <a:gdLst/>
              <a:ahLst/>
              <a:cxnLst>
                <a:cxn ang="0">
                  <a:pos x="261" y="159"/>
                </a:cxn>
                <a:cxn ang="0">
                  <a:pos x="259" y="100"/>
                </a:cxn>
                <a:cxn ang="0">
                  <a:pos x="277" y="59"/>
                </a:cxn>
                <a:cxn ang="0">
                  <a:pos x="327" y="16"/>
                </a:cxn>
                <a:cxn ang="0">
                  <a:pos x="345" y="2"/>
                </a:cxn>
                <a:cxn ang="0">
                  <a:pos x="291" y="43"/>
                </a:cxn>
                <a:cxn ang="0">
                  <a:pos x="255" y="82"/>
                </a:cxn>
                <a:cxn ang="0">
                  <a:pos x="232" y="131"/>
                </a:cxn>
                <a:cxn ang="0">
                  <a:pos x="225" y="163"/>
                </a:cxn>
                <a:cxn ang="0">
                  <a:pos x="220" y="204"/>
                </a:cxn>
                <a:cxn ang="0">
                  <a:pos x="218" y="245"/>
                </a:cxn>
                <a:cxn ang="0">
                  <a:pos x="223" y="286"/>
                </a:cxn>
                <a:cxn ang="0">
                  <a:pos x="227" y="338"/>
                </a:cxn>
                <a:cxn ang="0">
                  <a:pos x="230" y="370"/>
                </a:cxn>
                <a:cxn ang="0">
                  <a:pos x="250" y="429"/>
                </a:cxn>
                <a:cxn ang="0">
                  <a:pos x="266" y="447"/>
                </a:cxn>
                <a:cxn ang="0">
                  <a:pos x="261" y="399"/>
                </a:cxn>
                <a:cxn ang="0">
                  <a:pos x="255" y="345"/>
                </a:cxn>
                <a:cxn ang="0">
                  <a:pos x="273" y="297"/>
                </a:cxn>
                <a:cxn ang="0">
                  <a:pos x="291" y="306"/>
                </a:cxn>
                <a:cxn ang="0">
                  <a:pos x="309" y="338"/>
                </a:cxn>
                <a:cxn ang="0">
                  <a:pos x="323" y="385"/>
                </a:cxn>
                <a:cxn ang="0">
                  <a:pos x="332" y="422"/>
                </a:cxn>
                <a:cxn ang="0">
                  <a:pos x="339" y="442"/>
                </a:cxn>
                <a:cxn ang="0">
                  <a:pos x="348" y="494"/>
                </a:cxn>
                <a:cxn ang="0">
                  <a:pos x="357" y="547"/>
                </a:cxn>
                <a:cxn ang="0">
                  <a:pos x="352" y="596"/>
                </a:cxn>
                <a:cxn ang="0">
                  <a:pos x="341" y="637"/>
                </a:cxn>
                <a:cxn ang="0">
                  <a:pos x="323" y="669"/>
                </a:cxn>
                <a:cxn ang="0">
                  <a:pos x="289" y="694"/>
                </a:cxn>
                <a:cxn ang="0">
                  <a:pos x="250" y="687"/>
                </a:cxn>
                <a:cxn ang="0">
                  <a:pos x="211" y="662"/>
                </a:cxn>
                <a:cxn ang="0">
                  <a:pos x="168" y="619"/>
                </a:cxn>
                <a:cxn ang="0">
                  <a:pos x="134" y="571"/>
                </a:cxn>
                <a:cxn ang="0">
                  <a:pos x="102" y="517"/>
                </a:cxn>
                <a:cxn ang="0">
                  <a:pos x="73" y="444"/>
                </a:cxn>
                <a:cxn ang="0">
                  <a:pos x="59" y="379"/>
                </a:cxn>
                <a:cxn ang="0">
                  <a:pos x="55" y="315"/>
                </a:cxn>
                <a:cxn ang="0">
                  <a:pos x="61" y="258"/>
                </a:cxn>
                <a:cxn ang="0">
                  <a:pos x="80" y="215"/>
                </a:cxn>
                <a:cxn ang="0">
                  <a:pos x="75" y="215"/>
                </a:cxn>
                <a:cxn ang="0">
                  <a:pos x="41" y="243"/>
                </a:cxn>
                <a:cxn ang="0">
                  <a:pos x="14" y="268"/>
                </a:cxn>
                <a:cxn ang="0">
                  <a:pos x="2" y="315"/>
                </a:cxn>
                <a:cxn ang="0">
                  <a:pos x="0" y="383"/>
                </a:cxn>
                <a:cxn ang="0">
                  <a:pos x="16" y="458"/>
                </a:cxn>
                <a:cxn ang="0">
                  <a:pos x="45" y="537"/>
                </a:cxn>
                <a:cxn ang="0">
                  <a:pos x="86" y="610"/>
                </a:cxn>
                <a:cxn ang="0">
                  <a:pos x="182" y="705"/>
                </a:cxn>
                <a:cxn ang="0">
                  <a:pos x="266" y="737"/>
                </a:cxn>
                <a:cxn ang="0">
                  <a:pos x="327" y="707"/>
                </a:cxn>
                <a:cxn ang="0">
                  <a:pos x="364" y="639"/>
                </a:cxn>
                <a:cxn ang="0">
                  <a:pos x="373" y="551"/>
                </a:cxn>
                <a:cxn ang="0">
                  <a:pos x="364" y="488"/>
                </a:cxn>
                <a:cxn ang="0">
                  <a:pos x="352" y="451"/>
                </a:cxn>
                <a:cxn ang="0">
                  <a:pos x="336" y="410"/>
                </a:cxn>
                <a:cxn ang="0">
                  <a:pos x="318" y="372"/>
                </a:cxn>
                <a:cxn ang="0">
                  <a:pos x="295" y="333"/>
                </a:cxn>
                <a:cxn ang="0">
                  <a:pos x="270" y="297"/>
                </a:cxn>
                <a:cxn ang="0">
                  <a:pos x="259" y="256"/>
                </a:cxn>
                <a:cxn ang="0">
                  <a:pos x="257" y="213"/>
                </a:cxn>
              </a:cxnLst>
              <a:rect l="0" t="0" r="0" b="0"/>
              <a:pathLst>
                <a:path w="21600" h="2160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alpha val="100000"/>
              </a:schemeClr>
            </a:solidFill>
            <a:ln w="9525">
              <a:noFill/>
            </a:ln>
          </p:spPr>
          <p:txBody>
            <a:bodyPr/>
            <a:lstStyle/>
            <a:p>
              <a:endParaRPr lang="en-US"/>
            </a:p>
          </p:txBody>
        </p:sp>
      </p:grpSp>
      <p:sp>
        <p:nvSpPr>
          <p:cNvPr id="2051" name="未知"/>
          <p:cNvSpPr>
            <a:spLocks noChangeAspect="1"/>
          </p:cNvSpPr>
          <p:nvPr/>
        </p:nvSpPr>
        <p:spPr>
          <a:xfrm>
            <a:off x="3043767" y="2293938"/>
            <a:ext cx="9196917" cy="4591050"/>
          </a:xfrm>
          <a:custGeom>
            <a:avLst/>
            <a:gdLst/>
            <a:ahLst/>
            <a:cxnLst>
              <a:cxn ang="0">
                <a:pos x="0" y="4572133"/>
              </a:cxn>
              <a:cxn ang="0">
                <a:pos x="5786074" y="0"/>
              </a:cxn>
              <a:cxn ang="0">
                <a:pos x="6882360" y="14878"/>
              </a:cxn>
              <a:cxn ang="0">
                <a:pos x="6897688" y="4591050"/>
              </a:cxn>
              <a:cxn ang="0">
                <a:pos x="0" y="4572133"/>
              </a:cxn>
            </a:cxnLst>
            <a:rect l="0" t="0" r="0" b="0"/>
            <a:pathLst>
              <a:path w="21600" h="21600">
                <a:moveTo>
                  <a:pt x="0" y="21511"/>
                </a:moveTo>
                <a:lnTo>
                  <a:pt x="18119" y="0"/>
                </a:lnTo>
                <a:lnTo>
                  <a:pt x="21552" y="70"/>
                </a:lnTo>
                <a:lnTo>
                  <a:pt x="21600" y="21600"/>
                </a:lnTo>
                <a:lnTo>
                  <a:pt x="0" y="21511"/>
                </a:lnTo>
              </a:path>
            </a:pathLst>
          </a:custGeom>
          <a:solidFill>
            <a:schemeClr val="folHlink">
              <a:alpha val="100000"/>
            </a:schemeClr>
          </a:solidFill>
          <a:ln w="9525">
            <a:noFill/>
          </a:ln>
        </p:spPr>
        <p:txBody>
          <a:bodyPr/>
          <a:lstStyle/>
          <a:p>
            <a:endParaRPr lang="en-US"/>
          </a:p>
        </p:txBody>
      </p:sp>
      <p:sp>
        <p:nvSpPr>
          <p:cNvPr id="2061" name="Rectangle 13"/>
          <p:cNvSpPr>
            <a:spLocks noGrp="1" noChangeArrowheads="1"/>
          </p:cNvSpPr>
          <p:nvPr>
            <p:ph type="ctrTitle" sz="quarter"/>
          </p:nvPr>
        </p:nvSpPr>
        <p:spPr>
          <a:xfrm>
            <a:off x="529167" y="2133600"/>
            <a:ext cx="11231033" cy="1470025"/>
          </a:xfrm>
        </p:spPr>
        <p:txBody>
          <a:bodyPr/>
          <a:lstStyle>
            <a:lvl1pPr algn="ctr">
              <a:defRPr/>
            </a:lvl1pPr>
          </a:lstStyle>
          <a:p>
            <a:pPr lvl="0"/>
            <a:r>
              <a:rPr lang="en-US" altLang="zh-CN" noProof="0"/>
              <a:t>Click to edit Master title style</a:t>
            </a:r>
          </a:p>
        </p:txBody>
      </p:sp>
      <p:sp>
        <p:nvSpPr>
          <p:cNvPr id="2062" name="Rectangle 14"/>
          <p:cNvSpPr>
            <a:spLocks noGrp="1" noChangeArrowheads="1"/>
          </p:cNvSpPr>
          <p:nvPr>
            <p:ph type="subTitle" sz="quarter" idx="1"/>
          </p:nvPr>
        </p:nvSpPr>
        <p:spPr>
          <a:xfrm>
            <a:off x="1828800" y="3886200"/>
            <a:ext cx="8534400" cy="1198563"/>
          </a:xfrm>
        </p:spPr>
        <p:txBody>
          <a:bodyPr anchor="ctr" anchorCtr="1"/>
          <a:lstStyle>
            <a:lvl1pPr marL="0" indent="0">
              <a:buFontTx/>
              <a:buNone/>
              <a:defRPr/>
            </a:lvl1pPr>
          </a:lstStyle>
          <a:p>
            <a:pPr lvl="0"/>
            <a:r>
              <a:rPr lang="en-US" altLang="zh-CN" noProof="0"/>
              <a:t>Click to edit Master subtitle style</a:t>
            </a:r>
          </a:p>
        </p:txBody>
      </p:sp>
      <p:sp>
        <p:nvSpPr>
          <p:cNvPr id="29" name="Rectangle 15"/>
          <p:cNvSpPr>
            <a:spLocks noGrp="1" noChangeArrowheads="1"/>
          </p:cNvSpPr>
          <p:nvPr>
            <p:ph type="dt" sz="quarter"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12/18/2023</a:t>
            </a:fld>
            <a:endParaRPr lang="en-US"/>
          </a:p>
        </p:txBody>
      </p:sp>
      <p:sp>
        <p:nvSpPr>
          <p:cNvPr id="30" name="Rectangle 1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31" name="Rectangle 1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12/18/2023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12/18/2023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12/18/2023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12/18/2023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1026" name="Group 2"/>
          <p:cNvGrpSpPr>
            <a:grpSpLocks noChangeAspect="1"/>
          </p:cNvGrpSpPr>
          <p:nvPr/>
        </p:nvGrpSpPr>
        <p:grpSpPr>
          <a:xfrm>
            <a:off x="7016751" y="4076700"/>
            <a:ext cx="1862667" cy="1749425"/>
            <a:chOff x="0" y="0"/>
            <a:chExt cx="796" cy="977"/>
          </a:xfrm>
        </p:grpSpPr>
        <p:sp>
          <p:nvSpPr>
            <p:cNvPr id="1033" name="未知"/>
            <p:cNvSpPr>
              <a:spLocks noChangeAspect="1"/>
            </p:cNvSpPr>
            <p:nvPr/>
          </p:nvSpPr>
          <p:spPr>
            <a:xfrm>
              <a:off x="537" y="379"/>
              <a:ext cx="259" cy="451"/>
            </a:xfrm>
            <a:custGeom>
              <a:avLst/>
              <a:gdLst/>
              <a:ahLst/>
              <a:cxnLst>
                <a:cxn ang="0">
                  <a:pos x="89" y="100"/>
                </a:cxn>
                <a:cxn ang="0">
                  <a:pos x="111" y="63"/>
                </a:cxn>
                <a:cxn ang="0">
                  <a:pos x="125" y="45"/>
                </a:cxn>
                <a:cxn ang="0">
                  <a:pos x="141" y="34"/>
                </a:cxn>
                <a:cxn ang="0">
                  <a:pos x="154" y="27"/>
                </a:cxn>
                <a:cxn ang="0">
                  <a:pos x="134" y="32"/>
                </a:cxn>
                <a:cxn ang="0">
                  <a:pos x="107" y="50"/>
                </a:cxn>
                <a:cxn ang="0">
                  <a:pos x="75" y="70"/>
                </a:cxn>
                <a:cxn ang="0">
                  <a:pos x="55" y="73"/>
                </a:cxn>
                <a:cxn ang="0">
                  <a:pos x="34" y="45"/>
                </a:cxn>
                <a:cxn ang="0">
                  <a:pos x="16" y="18"/>
                </a:cxn>
                <a:cxn ang="0">
                  <a:pos x="2" y="0"/>
                </a:cxn>
                <a:cxn ang="0">
                  <a:pos x="2" y="11"/>
                </a:cxn>
                <a:cxn ang="0">
                  <a:pos x="16" y="48"/>
                </a:cxn>
                <a:cxn ang="0">
                  <a:pos x="34" y="79"/>
                </a:cxn>
                <a:cxn ang="0">
                  <a:pos x="48" y="104"/>
                </a:cxn>
                <a:cxn ang="0">
                  <a:pos x="43" y="150"/>
                </a:cxn>
                <a:cxn ang="0">
                  <a:pos x="36" y="204"/>
                </a:cxn>
                <a:cxn ang="0">
                  <a:pos x="32" y="267"/>
                </a:cxn>
                <a:cxn ang="0">
                  <a:pos x="36" y="326"/>
                </a:cxn>
                <a:cxn ang="0">
                  <a:pos x="57" y="385"/>
                </a:cxn>
                <a:cxn ang="0">
                  <a:pos x="98" y="431"/>
                </a:cxn>
                <a:cxn ang="0">
                  <a:pos x="136" y="449"/>
                </a:cxn>
                <a:cxn ang="0">
                  <a:pos x="175" y="440"/>
                </a:cxn>
                <a:cxn ang="0">
                  <a:pos x="209" y="412"/>
                </a:cxn>
                <a:cxn ang="0">
                  <a:pos x="234" y="369"/>
                </a:cxn>
                <a:cxn ang="0">
                  <a:pos x="250" y="322"/>
                </a:cxn>
                <a:cxn ang="0">
                  <a:pos x="254" y="290"/>
                </a:cxn>
                <a:cxn ang="0">
                  <a:pos x="257" y="258"/>
                </a:cxn>
                <a:cxn ang="0">
                  <a:pos x="257" y="227"/>
                </a:cxn>
                <a:cxn ang="0">
                  <a:pos x="254" y="188"/>
                </a:cxn>
                <a:cxn ang="0">
                  <a:pos x="248" y="152"/>
                </a:cxn>
                <a:cxn ang="0">
                  <a:pos x="248" y="154"/>
                </a:cxn>
                <a:cxn ang="0">
                  <a:pos x="250" y="188"/>
                </a:cxn>
                <a:cxn ang="0">
                  <a:pos x="254" y="229"/>
                </a:cxn>
                <a:cxn ang="0">
                  <a:pos x="245" y="297"/>
                </a:cxn>
                <a:cxn ang="0">
                  <a:pos x="218" y="363"/>
                </a:cxn>
                <a:cxn ang="0">
                  <a:pos x="184" y="410"/>
                </a:cxn>
                <a:cxn ang="0">
                  <a:pos x="141" y="419"/>
                </a:cxn>
                <a:cxn ang="0">
                  <a:pos x="100" y="381"/>
                </a:cxn>
                <a:cxn ang="0">
                  <a:pos x="82" y="349"/>
                </a:cxn>
                <a:cxn ang="0">
                  <a:pos x="75" y="322"/>
                </a:cxn>
                <a:cxn ang="0">
                  <a:pos x="73" y="290"/>
                </a:cxn>
                <a:cxn ang="0">
                  <a:pos x="68" y="263"/>
                </a:cxn>
                <a:cxn ang="0">
                  <a:pos x="68" y="240"/>
                </a:cxn>
                <a:cxn ang="0">
                  <a:pos x="68" y="218"/>
                </a:cxn>
                <a:cxn ang="0">
                  <a:pos x="73" y="184"/>
                </a:cxn>
                <a:cxn ang="0">
                  <a:pos x="77" y="161"/>
                </a:cxn>
                <a:cxn ang="0">
                  <a:pos x="77" y="156"/>
                </a:cxn>
                <a:cxn ang="0">
                  <a:pos x="84" y="165"/>
                </a:cxn>
                <a:cxn ang="0">
                  <a:pos x="100" y="197"/>
                </a:cxn>
                <a:cxn ang="0">
                  <a:pos x="111" y="211"/>
                </a:cxn>
                <a:cxn ang="0">
                  <a:pos x="111" y="186"/>
                </a:cxn>
                <a:cxn ang="0">
                  <a:pos x="98" y="156"/>
                </a:cxn>
              </a:cxnLst>
              <a:rect l="0" t="0" r="0" b="0"/>
              <a:pathLst>
                <a:path w="21600" h="2160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alpha val="100000"/>
              </a:schemeClr>
            </a:solidFill>
            <a:ln w="9525">
              <a:noFill/>
            </a:ln>
          </p:spPr>
          <p:txBody>
            <a:bodyPr/>
            <a:lstStyle/>
            <a:p>
              <a:endParaRPr lang="en-US"/>
            </a:p>
          </p:txBody>
        </p:sp>
        <p:sp>
          <p:nvSpPr>
            <p:cNvPr id="1034" name="未知"/>
            <p:cNvSpPr>
              <a:spLocks noChangeAspect="1"/>
            </p:cNvSpPr>
            <p:nvPr/>
          </p:nvSpPr>
          <p:spPr>
            <a:xfrm>
              <a:off x="272" y="460"/>
              <a:ext cx="250" cy="329"/>
            </a:xfrm>
            <a:custGeom>
              <a:avLst/>
              <a:gdLst/>
              <a:ahLst/>
              <a:cxnLst>
                <a:cxn ang="0">
                  <a:pos x="211" y="141"/>
                </a:cxn>
                <a:cxn ang="0">
                  <a:pos x="216" y="127"/>
                </a:cxn>
                <a:cxn ang="0">
                  <a:pos x="223" y="116"/>
                </a:cxn>
                <a:cxn ang="0">
                  <a:pos x="230" y="100"/>
                </a:cxn>
                <a:cxn ang="0">
                  <a:pos x="236" y="84"/>
                </a:cxn>
                <a:cxn ang="0">
                  <a:pos x="243" y="68"/>
                </a:cxn>
                <a:cxn ang="0">
                  <a:pos x="248" y="52"/>
                </a:cxn>
                <a:cxn ang="0">
                  <a:pos x="250" y="39"/>
                </a:cxn>
                <a:cxn ang="0">
                  <a:pos x="248" y="25"/>
                </a:cxn>
                <a:cxn ang="0">
                  <a:pos x="243" y="11"/>
                </a:cxn>
                <a:cxn ang="0">
                  <a:pos x="236" y="2"/>
                </a:cxn>
                <a:cxn ang="0">
                  <a:pos x="227" y="0"/>
                </a:cxn>
                <a:cxn ang="0">
                  <a:pos x="218" y="5"/>
                </a:cxn>
                <a:cxn ang="0">
                  <a:pos x="209" y="18"/>
                </a:cxn>
                <a:cxn ang="0">
                  <a:pos x="200" y="36"/>
                </a:cxn>
                <a:cxn ang="0">
                  <a:pos x="193" y="57"/>
                </a:cxn>
                <a:cxn ang="0">
                  <a:pos x="186" y="82"/>
                </a:cxn>
                <a:cxn ang="0">
                  <a:pos x="182" y="107"/>
                </a:cxn>
                <a:cxn ang="0">
                  <a:pos x="173" y="132"/>
                </a:cxn>
                <a:cxn ang="0">
                  <a:pos x="166" y="154"/>
                </a:cxn>
                <a:cxn ang="0">
                  <a:pos x="161" y="175"/>
                </a:cxn>
                <a:cxn ang="0">
                  <a:pos x="159" y="191"/>
                </a:cxn>
                <a:cxn ang="0">
                  <a:pos x="150" y="216"/>
                </a:cxn>
                <a:cxn ang="0">
                  <a:pos x="141" y="234"/>
                </a:cxn>
                <a:cxn ang="0">
                  <a:pos x="134" y="252"/>
                </a:cxn>
                <a:cxn ang="0">
                  <a:pos x="125" y="265"/>
                </a:cxn>
                <a:cxn ang="0">
                  <a:pos x="116" y="277"/>
                </a:cxn>
                <a:cxn ang="0">
                  <a:pos x="105" y="286"/>
                </a:cxn>
                <a:cxn ang="0">
                  <a:pos x="95" y="297"/>
                </a:cxn>
                <a:cxn ang="0">
                  <a:pos x="84" y="302"/>
                </a:cxn>
                <a:cxn ang="0">
                  <a:pos x="66" y="309"/>
                </a:cxn>
                <a:cxn ang="0">
                  <a:pos x="52" y="315"/>
                </a:cxn>
                <a:cxn ang="0">
                  <a:pos x="39" y="315"/>
                </a:cxn>
                <a:cxn ang="0">
                  <a:pos x="25" y="320"/>
                </a:cxn>
                <a:cxn ang="0">
                  <a:pos x="14" y="324"/>
                </a:cxn>
                <a:cxn ang="0">
                  <a:pos x="5" y="327"/>
                </a:cxn>
                <a:cxn ang="0">
                  <a:pos x="0" y="329"/>
                </a:cxn>
                <a:cxn ang="0">
                  <a:pos x="9" y="327"/>
                </a:cxn>
                <a:cxn ang="0">
                  <a:pos x="23" y="322"/>
                </a:cxn>
                <a:cxn ang="0">
                  <a:pos x="41" y="320"/>
                </a:cxn>
                <a:cxn ang="0">
                  <a:pos x="57" y="318"/>
                </a:cxn>
                <a:cxn ang="0">
                  <a:pos x="70" y="318"/>
                </a:cxn>
                <a:cxn ang="0">
                  <a:pos x="86" y="315"/>
                </a:cxn>
                <a:cxn ang="0">
                  <a:pos x="102" y="311"/>
                </a:cxn>
                <a:cxn ang="0">
                  <a:pos x="118" y="306"/>
                </a:cxn>
                <a:cxn ang="0">
                  <a:pos x="130" y="297"/>
                </a:cxn>
                <a:cxn ang="0">
                  <a:pos x="143" y="288"/>
                </a:cxn>
                <a:cxn ang="0">
                  <a:pos x="152" y="275"/>
                </a:cxn>
                <a:cxn ang="0">
                  <a:pos x="159" y="261"/>
                </a:cxn>
                <a:cxn ang="0">
                  <a:pos x="164" y="252"/>
                </a:cxn>
                <a:cxn ang="0">
                  <a:pos x="170" y="241"/>
                </a:cxn>
                <a:cxn ang="0">
                  <a:pos x="175" y="227"/>
                </a:cxn>
                <a:cxn ang="0">
                  <a:pos x="180" y="218"/>
                </a:cxn>
                <a:cxn ang="0">
                  <a:pos x="186" y="202"/>
                </a:cxn>
                <a:cxn ang="0">
                  <a:pos x="191" y="188"/>
                </a:cxn>
                <a:cxn ang="0">
                  <a:pos x="195" y="179"/>
                </a:cxn>
                <a:cxn ang="0">
                  <a:pos x="200" y="168"/>
                </a:cxn>
                <a:cxn ang="0">
                  <a:pos x="205" y="157"/>
                </a:cxn>
                <a:cxn ang="0">
                  <a:pos x="209" y="150"/>
                </a:cxn>
              </a:cxnLst>
              <a:rect l="0" t="0" r="0" b="0"/>
              <a:pathLst>
                <a:path w="21600" h="2160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alpha val="100000"/>
              </a:schemeClr>
            </a:solidFill>
            <a:ln w="9525">
              <a:noFill/>
            </a:ln>
          </p:spPr>
          <p:txBody>
            <a:bodyPr/>
            <a:lstStyle/>
            <a:p>
              <a:endParaRPr lang="en-US"/>
            </a:p>
          </p:txBody>
        </p:sp>
        <p:sp>
          <p:nvSpPr>
            <p:cNvPr id="1035" name="未知"/>
            <p:cNvSpPr>
              <a:spLocks noChangeAspect="1"/>
            </p:cNvSpPr>
            <p:nvPr/>
          </p:nvSpPr>
          <p:spPr>
            <a:xfrm>
              <a:off x="200" y="399"/>
              <a:ext cx="238" cy="313"/>
            </a:xfrm>
            <a:custGeom>
              <a:avLst/>
              <a:gdLst/>
              <a:ahLst/>
              <a:cxnLst>
                <a:cxn ang="0">
                  <a:pos x="147" y="7"/>
                </a:cxn>
                <a:cxn ang="0">
                  <a:pos x="127" y="7"/>
                </a:cxn>
                <a:cxn ang="0">
                  <a:pos x="109" y="9"/>
                </a:cxn>
                <a:cxn ang="0">
                  <a:pos x="86" y="11"/>
                </a:cxn>
                <a:cxn ang="0">
                  <a:pos x="68" y="14"/>
                </a:cxn>
                <a:cxn ang="0">
                  <a:pos x="43" y="16"/>
                </a:cxn>
                <a:cxn ang="0">
                  <a:pos x="25" y="18"/>
                </a:cxn>
                <a:cxn ang="0">
                  <a:pos x="7" y="23"/>
                </a:cxn>
                <a:cxn ang="0">
                  <a:pos x="5" y="25"/>
                </a:cxn>
                <a:cxn ang="0">
                  <a:pos x="25" y="25"/>
                </a:cxn>
                <a:cxn ang="0">
                  <a:pos x="52" y="29"/>
                </a:cxn>
                <a:cxn ang="0">
                  <a:pos x="79" y="29"/>
                </a:cxn>
                <a:cxn ang="0">
                  <a:pos x="91" y="25"/>
                </a:cxn>
                <a:cxn ang="0">
                  <a:pos x="107" y="23"/>
                </a:cxn>
                <a:cxn ang="0">
                  <a:pos x="125" y="20"/>
                </a:cxn>
                <a:cxn ang="0">
                  <a:pos x="145" y="18"/>
                </a:cxn>
                <a:cxn ang="0">
                  <a:pos x="163" y="18"/>
                </a:cxn>
                <a:cxn ang="0">
                  <a:pos x="181" y="23"/>
                </a:cxn>
                <a:cxn ang="0">
                  <a:pos x="195" y="29"/>
                </a:cxn>
                <a:cxn ang="0">
                  <a:pos x="204" y="41"/>
                </a:cxn>
                <a:cxn ang="0">
                  <a:pos x="209" y="63"/>
                </a:cxn>
                <a:cxn ang="0">
                  <a:pos x="209" y="86"/>
                </a:cxn>
                <a:cxn ang="0">
                  <a:pos x="204" y="111"/>
                </a:cxn>
                <a:cxn ang="0">
                  <a:pos x="197" y="136"/>
                </a:cxn>
                <a:cxn ang="0">
                  <a:pos x="186" y="157"/>
                </a:cxn>
                <a:cxn ang="0">
                  <a:pos x="175" y="179"/>
                </a:cxn>
                <a:cxn ang="0">
                  <a:pos x="161" y="200"/>
                </a:cxn>
                <a:cxn ang="0">
                  <a:pos x="150" y="215"/>
                </a:cxn>
                <a:cxn ang="0">
                  <a:pos x="143" y="211"/>
                </a:cxn>
                <a:cxn ang="0">
                  <a:pos x="131" y="184"/>
                </a:cxn>
                <a:cxn ang="0">
                  <a:pos x="118" y="159"/>
                </a:cxn>
                <a:cxn ang="0">
                  <a:pos x="107" y="157"/>
                </a:cxn>
                <a:cxn ang="0">
                  <a:pos x="100" y="186"/>
                </a:cxn>
                <a:cxn ang="0">
                  <a:pos x="107" y="213"/>
                </a:cxn>
                <a:cxn ang="0">
                  <a:pos x="113" y="238"/>
                </a:cxn>
                <a:cxn ang="0">
                  <a:pos x="116" y="265"/>
                </a:cxn>
                <a:cxn ang="0">
                  <a:pos x="118" y="286"/>
                </a:cxn>
                <a:cxn ang="0">
                  <a:pos x="131" y="302"/>
                </a:cxn>
                <a:cxn ang="0">
                  <a:pos x="145" y="308"/>
                </a:cxn>
                <a:cxn ang="0">
                  <a:pos x="156" y="313"/>
                </a:cxn>
                <a:cxn ang="0">
                  <a:pos x="159" y="293"/>
                </a:cxn>
                <a:cxn ang="0">
                  <a:pos x="170" y="265"/>
                </a:cxn>
                <a:cxn ang="0">
                  <a:pos x="181" y="238"/>
                </a:cxn>
                <a:cxn ang="0">
                  <a:pos x="193" y="215"/>
                </a:cxn>
                <a:cxn ang="0">
                  <a:pos x="199" y="202"/>
                </a:cxn>
                <a:cxn ang="0">
                  <a:pos x="204" y="186"/>
                </a:cxn>
                <a:cxn ang="0">
                  <a:pos x="211" y="172"/>
                </a:cxn>
                <a:cxn ang="0">
                  <a:pos x="215" y="154"/>
                </a:cxn>
                <a:cxn ang="0">
                  <a:pos x="222" y="141"/>
                </a:cxn>
                <a:cxn ang="0">
                  <a:pos x="227" y="125"/>
                </a:cxn>
                <a:cxn ang="0">
                  <a:pos x="231" y="107"/>
                </a:cxn>
                <a:cxn ang="0">
                  <a:pos x="238" y="91"/>
                </a:cxn>
                <a:cxn ang="0">
                  <a:pos x="238" y="48"/>
                </a:cxn>
                <a:cxn ang="0">
                  <a:pos x="224" y="18"/>
                </a:cxn>
                <a:cxn ang="0">
                  <a:pos x="195" y="2"/>
                </a:cxn>
                <a:cxn ang="0">
                  <a:pos x="168" y="0"/>
                </a:cxn>
              </a:cxnLst>
              <a:rect l="0" t="0" r="0" b="0"/>
              <a:pathLst>
                <a:path w="21600" h="2160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alpha val="100000"/>
              </a:schemeClr>
            </a:solidFill>
            <a:ln w="9525">
              <a:noFill/>
            </a:ln>
          </p:spPr>
          <p:txBody>
            <a:bodyPr/>
            <a:lstStyle/>
            <a:p>
              <a:endParaRPr lang="en-US"/>
            </a:p>
          </p:txBody>
        </p:sp>
        <p:sp>
          <p:nvSpPr>
            <p:cNvPr id="1036" name="未知"/>
            <p:cNvSpPr>
              <a:spLocks noChangeAspect="1"/>
            </p:cNvSpPr>
            <p:nvPr/>
          </p:nvSpPr>
          <p:spPr>
            <a:xfrm>
              <a:off x="469" y="299"/>
              <a:ext cx="112" cy="52"/>
            </a:xfrm>
            <a:custGeom>
              <a:avLst/>
              <a:gdLst/>
              <a:ahLst/>
              <a:cxnLst>
                <a:cxn ang="0">
                  <a:pos x="112" y="2"/>
                </a:cxn>
                <a:cxn ang="0">
                  <a:pos x="107" y="0"/>
                </a:cxn>
                <a:cxn ang="0">
                  <a:pos x="105" y="2"/>
                </a:cxn>
                <a:cxn ang="0">
                  <a:pos x="101" y="2"/>
                </a:cxn>
                <a:cxn ang="0">
                  <a:pos x="98" y="5"/>
                </a:cxn>
                <a:cxn ang="0">
                  <a:pos x="94" y="2"/>
                </a:cxn>
                <a:cxn ang="0">
                  <a:pos x="89" y="5"/>
                </a:cxn>
                <a:cxn ang="0">
                  <a:pos x="87" y="2"/>
                </a:cxn>
                <a:cxn ang="0">
                  <a:pos x="80" y="5"/>
                </a:cxn>
                <a:cxn ang="0">
                  <a:pos x="75" y="2"/>
                </a:cxn>
                <a:cxn ang="0">
                  <a:pos x="69" y="5"/>
                </a:cxn>
                <a:cxn ang="0">
                  <a:pos x="64" y="5"/>
                </a:cxn>
                <a:cxn ang="0">
                  <a:pos x="57" y="5"/>
                </a:cxn>
                <a:cxn ang="0">
                  <a:pos x="53" y="2"/>
                </a:cxn>
                <a:cxn ang="0">
                  <a:pos x="50" y="5"/>
                </a:cxn>
                <a:cxn ang="0">
                  <a:pos x="46" y="5"/>
                </a:cxn>
                <a:cxn ang="0">
                  <a:pos x="41" y="5"/>
                </a:cxn>
                <a:cxn ang="0">
                  <a:pos x="37" y="7"/>
                </a:cxn>
                <a:cxn ang="0">
                  <a:pos x="32" y="7"/>
                </a:cxn>
                <a:cxn ang="0">
                  <a:pos x="27" y="7"/>
                </a:cxn>
                <a:cxn ang="0">
                  <a:pos x="23" y="7"/>
                </a:cxn>
                <a:cxn ang="0">
                  <a:pos x="18" y="9"/>
                </a:cxn>
                <a:cxn ang="0">
                  <a:pos x="14" y="11"/>
                </a:cxn>
                <a:cxn ang="0">
                  <a:pos x="11" y="14"/>
                </a:cxn>
                <a:cxn ang="0">
                  <a:pos x="9" y="11"/>
                </a:cxn>
                <a:cxn ang="0">
                  <a:pos x="7" y="14"/>
                </a:cxn>
                <a:cxn ang="0">
                  <a:pos x="7" y="18"/>
                </a:cxn>
                <a:cxn ang="0">
                  <a:pos x="2" y="20"/>
                </a:cxn>
                <a:cxn ang="0">
                  <a:pos x="2" y="23"/>
                </a:cxn>
                <a:cxn ang="0">
                  <a:pos x="2" y="25"/>
                </a:cxn>
                <a:cxn ang="0">
                  <a:pos x="0" y="29"/>
                </a:cxn>
                <a:cxn ang="0">
                  <a:pos x="0" y="32"/>
                </a:cxn>
                <a:cxn ang="0">
                  <a:pos x="2" y="36"/>
                </a:cxn>
                <a:cxn ang="0">
                  <a:pos x="5" y="43"/>
                </a:cxn>
                <a:cxn ang="0">
                  <a:pos x="9" y="50"/>
                </a:cxn>
                <a:cxn ang="0">
                  <a:pos x="16" y="50"/>
                </a:cxn>
                <a:cxn ang="0">
                  <a:pos x="23" y="52"/>
                </a:cxn>
                <a:cxn ang="0">
                  <a:pos x="34" y="50"/>
                </a:cxn>
                <a:cxn ang="0">
                  <a:pos x="41" y="47"/>
                </a:cxn>
                <a:cxn ang="0">
                  <a:pos x="53" y="43"/>
                </a:cxn>
                <a:cxn ang="0">
                  <a:pos x="59" y="34"/>
                </a:cxn>
                <a:cxn ang="0">
                  <a:pos x="71" y="27"/>
                </a:cxn>
                <a:cxn ang="0">
                  <a:pos x="82" y="23"/>
                </a:cxn>
                <a:cxn ang="0">
                  <a:pos x="87" y="20"/>
                </a:cxn>
                <a:cxn ang="0">
                  <a:pos x="96" y="11"/>
                </a:cxn>
                <a:cxn ang="0">
                  <a:pos x="103" y="9"/>
                </a:cxn>
                <a:cxn ang="0">
                  <a:pos x="107" y="2"/>
                </a:cxn>
                <a:cxn ang="0">
                  <a:pos x="110" y="2"/>
                </a:cxn>
                <a:cxn ang="0">
                  <a:pos x="112" y="2"/>
                </a:cxn>
              </a:cxnLst>
              <a:rect l="0" t="0" r="0" b="0"/>
              <a:pathLst>
                <a:path w="21600" h="2160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alpha val="100000"/>
              </a:schemeClr>
            </a:solidFill>
            <a:ln w="9525">
              <a:noFill/>
            </a:ln>
          </p:spPr>
          <p:txBody>
            <a:bodyPr/>
            <a:lstStyle/>
            <a:p>
              <a:endParaRPr lang="en-US"/>
            </a:p>
          </p:txBody>
        </p:sp>
        <p:sp>
          <p:nvSpPr>
            <p:cNvPr id="1037" name="未知"/>
            <p:cNvSpPr>
              <a:spLocks noChangeAspect="1"/>
            </p:cNvSpPr>
            <p:nvPr/>
          </p:nvSpPr>
          <p:spPr>
            <a:xfrm>
              <a:off x="506" y="200"/>
              <a:ext cx="109" cy="63"/>
            </a:xfrm>
            <a:custGeom>
              <a:avLst/>
              <a:gdLst/>
              <a:ahLst/>
              <a:cxnLst>
                <a:cxn ang="0">
                  <a:pos x="82" y="25"/>
                </a:cxn>
                <a:cxn ang="0">
                  <a:pos x="82" y="22"/>
                </a:cxn>
                <a:cxn ang="0">
                  <a:pos x="77" y="22"/>
                </a:cxn>
                <a:cxn ang="0">
                  <a:pos x="66" y="22"/>
                </a:cxn>
                <a:cxn ang="0">
                  <a:pos x="55" y="20"/>
                </a:cxn>
                <a:cxn ang="0">
                  <a:pos x="48" y="18"/>
                </a:cxn>
                <a:cxn ang="0">
                  <a:pos x="36" y="16"/>
                </a:cxn>
                <a:cxn ang="0">
                  <a:pos x="27" y="11"/>
                </a:cxn>
                <a:cxn ang="0">
                  <a:pos x="16" y="7"/>
                </a:cxn>
                <a:cxn ang="0">
                  <a:pos x="7" y="2"/>
                </a:cxn>
                <a:cxn ang="0">
                  <a:pos x="0" y="0"/>
                </a:cxn>
                <a:cxn ang="0">
                  <a:pos x="0" y="2"/>
                </a:cxn>
                <a:cxn ang="0">
                  <a:pos x="2" y="11"/>
                </a:cxn>
                <a:cxn ang="0">
                  <a:pos x="9" y="20"/>
                </a:cxn>
                <a:cxn ang="0">
                  <a:pos x="14" y="32"/>
                </a:cxn>
                <a:cxn ang="0">
                  <a:pos x="20" y="38"/>
                </a:cxn>
                <a:cxn ang="0">
                  <a:pos x="27" y="45"/>
                </a:cxn>
                <a:cxn ang="0">
                  <a:pos x="36" y="52"/>
                </a:cxn>
                <a:cxn ang="0">
                  <a:pos x="41" y="52"/>
                </a:cxn>
                <a:cxn ang="0">
                  <a:pos x="48" y="54"/>
                </a:cxn>
                <a:cxn ang="0">
                  <a:pos x="55" y="56"/>
                </a:cxn>
                <a:cxn ang="0">
                  <a:pos x="59" y="61"/>
                </a:cxn>
                <a:cxn ang="0">
                  <a:pos x="68" y="61"/>
                </a:cxn>
                <a:cxn ang="0">
                  <a:pos x="75" y="63"/>
                </a:cxn>
                <a:cxn ang="0">
                  <a:pos x="82" y="63"/>
                </a:cxn>
                <a:cxn ang="0">
                  <a:pos x="89" y="61"/>
                </a:cxn>
                <a:cxn ang="0">
                  <a:pos x="98" y="58"/>
                </a:cxn>
                <a:cxn ang="0">
                  <a:pos x="104" y="56"/>
                </a:cxn>
                <a:cxn ang="0">
                  <a:pos x="109" y="52"/>
                </a:cxn>
                <a:cxn ang="0">
                  <a:pos x="109" y="49"/>
                </a:cxn>
                <a:cxn ang="0">
                  <a:pos x="107" y="45"/>
                </a:cxn>
                <a:cxn ang="0">
                  <a:pos x="104" y="38"/>
                </a:cxn>
                <a:cxn ang="0">
                  <a:pos x="95" y="36"/>
                </a:cxn>
                <a:cxn ang="0">
                  <a:pos x="89" y="29"/>
                </a:cxn>
              </a:cxnLst>
              <a:rect l="0" t="0" r="0" b="0"/>
              <a:pathLst>
                <a:path w="21600" h="2160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alpha val="100000"/>
              </a:schemeClr>
            </a:solidFill>
            <a:ln w="9525">
              <a:noFill/>
            </a:ln>
          </p:spPr>
          <p:txBody>
            <a:bodyPr/>
            <a:lstStyle/>
            <a:p>
              <a:endParaRPr lang="en-US"/>
            </a:p>
          </p:txBody>
        </p:sp>
        <p:sp>
          <p:nvSpPr>
            <p:cNvPr id="1038" name="未知"/>
            <p:cNvSpPr>
              <a:spLocks noChangeAspect="1"/>
            </p:cNvSpPr>
            <p:nvPr/>
          </p:nvSpPr>
          <p:spPr>
            <a:xfrm>
              <a:off x="358" y="2"/>
              <a:ext cx="118" cy="168"/>
            </a:xfrm>
            <a:custGeom>
              <a:avLst/>
              <a:gdLst/>
              <a:ahLst/>
              <a:cxnLst>
                <a:cxn ang="0">
                  <a:pos x="116" y="82"/>
                </a:cxn>
                <a:cxn ang="0">
                  <a:pos x="109" y="50"/>
                </a:cxn>
                <a:cxn ang="0">
                  <a:pos x="98" y="23"/>
                </a:cxn>
                <a:cxn ang="0">
                  <a:pos x="75" y="9"/>
                </a:cxn>
                <a:cxn ang="0">
                  <a:pos x="52" y="2"/>
                </a:cxn>
                <a:cxn ang="0">
                  <a:pos x="39" y="0"/>
                </a:cxn>
                <a:cxn ang="0">
                  <a:pos x="32" y="7"/>
                </a:cxn>
                <a:cxn ang="0">
                  <a:pos x="25" y="14"/>
                </a:cxn>
                <a:cxn ang="0">
                  <a:pos x="16" y="20"/>
                </a:cxn>
                <a:cxn ang="0">
                  <a:pos x="7" y="27"/>
                </a:cxn>
                <a:cxn ang="0">
                  <a:pos x="0" y="30"/>
                </a:cxn>
                <a:cxn ang="0">
                  <a:pos x="0" y="34"/>
                </a:cxn>
                <a:cxn ang="0">
                  <a:pos x="7" y="36"/>
                </a:cxn>
                <a:cxn ang="0">
                  <a:pos x="18" y="41"/>
                </a:cxn>
                <a:cxn ang="0">
                  <a:pos x="30" y="45"/>
                </a:cxn>
                <a:cxn ang="0">
                  <a:pos x="41" y="45"/>
                </a:cxn>
                <a:cxn ang="0">
                  <a:pos x="48" y="45"/>
                </a:cxn>
                <a:cxn ang="0">
                  <a:pos x="52" y="45"/>
                </a:cxn>
                <a:cxn ang="0">
                  <a:pos x="59" y="48"/>
                </a:cxn>
                <a:cxn ang="0">
                  <a:pos x="68" y="52"/>
                </a:cxn>
                <a:cxn ang="0">
                  <a:pos x="73" y="59"/>
                </a:cxn>
                <a:cxn ang="0">
                  <a:pos x="77" y="70"/>
                </a:cxn>
                <a:cxn ang="0">
                  <a:pos x="79" y="75"/>
                </a:cxn>
                <a:cxn ang="0">
                  <a:pos x="77" y="84"/>
                </a:cxn>
                <a:cxn ang="0">
                  <a:pos x="77" y="89"/>
                </a:cxn>
                <a:cxn ang="0">
                  <a:pos x="77" y="93"/>
                </a:cxn>
                <a:cxn ang="0">
                  <a:pos x="77" y="98"/>
                </a:cxn>
                <a:cxn ang="0">
                  <a:pos x="77" y="114"/>
                </a:cxn>
                <a:cxn ang="0">
                  <a:pos x="70" y="127"/>
                </a:cxn>
                <a:cxn ang="0">
                  <a:pos x="61" y="134"/>
                </a:cxn>
                <a:cxn ang="0">
                  <a:pos x="52" y="138"/>
                </a:cxn>
                <a:cxn ang="0">
                  <a:pos x="45" y="143"/>
                </a:cxn>
                <a:cxn ang="0">
                  <a:pos x="41" y="145"/>
                </a:cxn>
                <a:cxn ang="0">
                  <a:pos x="36" y="141"/>
                </a:cxn>
                <a:cxn ang="0">
                  <a:pos x="34" y="134"/>
                </a:cxn>
                <a:cxn ang="0">
                  <a:pos x="27" y="127"/>
                </a:cxn>
                <a:cxn ang="0">
                  <a:pos x="23" y="116"/>
                </a:cxn>
                <a:cxn ang="0">
                  <a:pos x="18" y="116"/>
                </a:cxn>
                <a:cxn ang="0">
                  <a:pos x="18" y="120"/>
                </a:cxn>
                <a:cxn ang="0">
                  <a:pos x="16" y="127"/>
                </a:cxn>
                <a:cxn ang="0">
                  <a:pos x="27" y="152"/>
                </a:cxn>
                <a:cxn ang="0">
                  <a:pos x="48" y="168"/>
                </a:cxn>
                <a:cxn ang="0">
                  <a:pos x="66" y="166"/>
                </a:cxn>
                <a:cxn ang="0">
                  <a:pos x="91" y="148"/>
                </a:cxn>
                <a:cxn ang="0">
                  <a:pos x="107" y="123"/>
                </a:cxn>
              </a:cxnLst>
              <a:rect l="0" t="0" r="0" b="0"/>
              <a:pathLst>
                <a:path w="21600" h="2160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alpha val="100000"/>
              </a:schemeClr>
            </a:solidFill>
            <a:ln w="9525">
              <a:noFill/>
            </a:ln>
          </p:spPr>
          <p:txBody>
            <a:bodyPr/>
            <a:lstStyle/>
            <a:p>
              <a:endParaRPr lang="en-US"/>
            </a:p>
          </p:txBody>
        </p:sp>
        <p:sp>
          <p:nvSpPr>
            <p:cNvPr id="1039" name="未知"/>
            <p:cNvSpPr>
              <a:spLocks noChangeAspect="1"/>
            </p:cNvSpPr>
            <p:nvPr/>
          </p:nvSpPr>
          <p:spPr>
            <a:xfrm>
              <a:off x="313" y="184"/>
              <a:ext cx="206" cy="127"/>
            </a:xfrm>
            <a:custGeom>
              <a:avLst/>
              <a:gdLst/>
              <a:ahLst/>
              <a:cxnLst>
                <a:cxn ang="0">
                  <a:pos x="136" y="75"/>
                </a:cxn>
                <a:cxn ang="0">
                  <a:pos x="118" y="77"/>
                </a:cxn>
                <a:cxn ang="0">
                  <a:pos x="104" y="77"/>
                </a:cxn>
                <a:cxn ang="0">
                  <a:pos x="88" y="79"/>
                </a:cxn>
                <a:cxn ang="0">
                  <a:pos x="68" y="82"/>
                </a:cxn>
                <a:cxn ang="0">
                  <a:pos x="54" y="82"/>
                </a:cxn>
                <a:cxn ang="0">
                  <a:pos x="48" y="77"/>
                </a:cxn>
                <a:cxn ang="0">
                  <a:pos x="38" y="68"/>
                </a:cxn>
                <a:cxn ang="0">
                  <a:pos x="32" y="54"/>
                </a:cxn>
                <a:cxn ang="0">
                  <a:pos x="32" y="43"/>
                </a:cxn>
                <a:cxn ang="0">
                  <a:pos x="38" y="34"/>
                </a:cxn>
                <a:cxn ang="0">
                  <a:pos x="43" y="27"/>
                </a:cxn>
                <a:cxn ang="0">
                  <a:pos x="48" y="23"/>
                </a:cxn>
                <a:cxn ang="0">
                  <a:pos x="50" y="14"/>
                </a:cxn>
                <a:cxn ang="0">
                  <a:pos x="48" y="7"/>
                </a:cxn>
                <a:cxn ang="0">
                  <a:pos x="48" y="0"/>
                </a:cxn>
                <a:cxn ang="0">
                  <a:pos x="38" y="0"/>
                </a:cxn>
                <a:cxn ang="0">
                  <a:pos x="29" y="9"/>
                </a:cxn>
                <a:cxn ang="0">
                  <a:pos x="14" y="29"/>
                </a:cxn>
                <a:cxn ang="0">
                  <a:pos x="5" y="52"/>
                </a:cxn>
                <a:cxn ang="0">
                  <a:pos x="0" y="75"/>
                </a:cxn>
                <a:cxn ang="0">
                  <a:pos x="9" y="98"/>
                </a:cxn>
                <a:cxn ang="0">
                  <a:pos x="18" y="111"/>
                </a:cxn>
                <a:cxn ang="0">
                  <a:pos x="32" y="118"/>
                </a:cxn>
                <a:cxn ang="0">
                  <a:pos x="41" y="122"/>
                </a:cxn>
                <a:cxn ang="0">
                  <a:pos x="54" y="125"/>
                </a:cxn>
                <a:cxn ang="0">
                  <a:pos x="68" y="127"/>
                </a:cxn>
                <a:cxn ang="0">
                  <a:pos x="81" y="125"/>
                </a:cxn>
                <a:cxn ang="0">
                  <a:pos x="95" y="122"/>
                </a:cxn>
                <a:cxn ang="0">
                  <a:pos x="106" y="120"/>
                </a:cxn>
                <a:cxn ang="0">
                  <a:pos x="115" y="120"/>
                </a:cxn>
                <a:cxn ang="0">
                  <a:pos x="127" y="120"/>
                </a:cxn>
                <a:cxn ang="0">
                  <a:pos x="138" y="122"/>
                </a:cxn>
                <a:cxn ang="0">
                  <a:pos x="152" y="127"/>
                </a:cxn>
                <a:cxn ang="0">
                  <a:pos x="163" y="122"/>
                </a:cxn>
                <a:cxn ang="0">
                  <a:pos x="174" y="118"/>
                </a:cxn>
                <a:cxn ang="0">
                  <a:pos x="186" y="113"/>
                </a:cxn>
                <a:cxn ang="0">
                  <a:pos x="192" y="109"/>
                </a:cxn>
                <a:cxn ang="0">
                  <a:pos x="201" y="100"/>
                </a:cxn>
                <a:cxn ang="0">
                  <a:pos x="204" y="91"/>
                </a:cxn>
                <a:cxn ang="0">
                  <a:pos x="201" y="82"/>
                </a:cxn>
                <a:cxn ang="0">
                  <a:pos x="195" y="75"/>
                </a:cxn>
                <a:cxn ang="0">
                  <a:pos x="181" y="75"/>
                </a:cxn>
                <a:cxn ang="0">
                  <a:pos x="174" y="75"/>
                </a:cxn>
                <a:cxn ang="0">
                  <a:pos x="168" y="73"/>
                </a:cxn>
                <a:cxn ang="0">
                  <a:pos x="163" y="75"/>
                </a:cxn>
                <a:cxn ang="0">
                  <a:pos x="156" y="75"/>
                </a:cxn>
                <a:cxn ang="0">
                  <a:pos x="149" y="75"/>
                </a:cxn>
              </a:cxnLst>
              <a:rect l="0" t="0" r="0" b="0"/>
              <a:pathLst>
                <a:path w="21600" h="2160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alpha val="100000"/>
              </a:schemeClr>
            </a:solidFill>
            <a:ln w="9525">
              <a:noFill/>
            </a:ln>
          </p:spPr>
          <p:txBody>
            <a:bodyPr/>
            <a:lstStyle/>
            <a:p>
              <a:endParaRPr lang="en-US"/>
            </a:p>
          </p:txBody>
        </p:sp>
        <p:sp>
          <p:nvSpPr>
            <p:cNvPr id="1040" name="未知"/>
            <p:cNvSpPr>
              <a:spLocks noChangeAspect="1"/>
            </p:cNvSpPr>
            <p:nvPr/>
          </p:nvSpPr>
          <p:spPr>
            <a:xfrm>
              <a:off x="73" y="63"/>
              <a:ext cx="278" cy="107"/>
            </a:xfrm>
            <a:custGeom>
              <a:avLst/>
              <a:gdLst/>
              <a:ahLst/>
              <a:cxnLst>
                <a:cxn ang="0">
                  <a:pos x="104" y="66"/>
                </a:cxn>
                <a:cxn ang="0">
                  <a:pos x="113" y="59"/>
                </a:cxn>
                <a:cxn ang="0">
                  <a:pos x="122" y="55"/>
                </a:cxn>
                <a:cxn ang="0">
                  <a:pos x="131" y="52"/>
                </a:cxn>
                <a:cxn ang="0">
                  <a:pos x="138" y="48"/>
                </a:cxn>
                <a:cxn ang="0">
                  <a:pos x="147" y="43"/>
                </a:cxn>
                <a:cxn ang="0">
                  <a:pos x="154" y="39"/>
                </a:cxn>
                <a:cxn ang="0">
                  <a:pos x="163" y="36"/>
                </a:cxn>
                <a:cxn ang="0">
                  <a:pos x="170" y="32"/>
                </a:cxn>
                <a:cxn ang="0">
                  <a:pos x="179" y="30"/>
                </a:cxn>
                <a:cxn ang="0">
                  <a:pos x="185" y="30"/>
                </a:cxn>
                <a:cxn ang="0">
                  <a:pos x="194" y="23"/>
                </a:cxn>
                <a:cxn ang="0">
                  <a:pos x="206" y="23"/>
                </a:cxn>
                <a:cxn ang="0">
                  <a:pos x="217" y="23"/>
                </a:cxn>
                <a:cxn ang="0">
                  <a:pos x="226" y="20"/>
                </a:cxn>
                <a:cxn ang="0">
                  <a:pos x="244" y="23"/>
                </a:cxn>
                <a:cxn ang="0">
                  <a:pos x="255" y="25"/>
                </a:cxn>
                <a:cxn ang="0">
                  <a:pos x="267" y="25"/>
                </a:cxn>
                <a:cxn ang="0">
                  <a:pos x="273" y="20"/>
                </a:cxn>
                <a:cxn ang="0">
                  <a:pos x="278" y="14"/>
                </a:cxn>
                <a:cxn ang="0">
                  <a:pos x="273" y="9"/>
                </a:cxn>
                <a:cxn ang="0">
                  <a:pos x="269" y="2"/>
                </a:cxn>
                <a:cxn ang="0">
                  <a:pos x="260" y="0"/>
                </a:cxn>
                <a:cxn ang="0">
                  <a:pos x="244" y="2"/>
                </a:cxn>
                <a:cxn ang="0">
                  <a:pos x="228" y="2"/>
                </a:cxn>
                <a:cxn ang="0">
                  <a:pos x="219" y="9"/>
                </a:cxn>
                <a:cxn ang="0">
                  <a:pos x="206" y="9"/>
                </a:cxn>
                <a:cxn ang="0">
                  <a:pos x="190" y="14"/>
                </a:cxn>
                <a:cxn ang="0">
                  <a:pos x="174" y="18"/>
                </a:cxn>
                <a:cxn ang="0">
                  <a:pos x="158" y="18"/>
                </a:cxn>
                <a:cxn ang="0">
                  <a:pos x="145" y="23"/>
                </a:cxn>
                <a:cxn ang="0">
                  <a:pos x="127" y="23"/>
                </a:cxn>
                <a:cxn ang="0">
                  <a:pos x="113" y="27"/>
                </a:cxn>
                <a:cxn ang="0">
                  <a:pos x="95" y="30"/>
                </a:cxn>
                <a:cxn ang="0">
                  <a:pos x="79" y="34"/>
                </a:cxn>
                <a:cxn ang="0">
                  <a:pos x="63" y="39"/>
                </a:cxn>
                <a:cxn ang="0">
                  <a:pos x="50" y="41"/>
                </a:cxn>
                <a:cxn ang="0">
                  <a:pos x="36" y="46"/>
                </a:cxn>
                <a:cxn ang="0">
                  <a:pos x="29" y="52"/>
                </a:cxn>
                <a:cxn ang="0">
                  <a:pos x="20" y="59"/>
                </a:cxn>
                <a:cxn ang="0">
                  <a:pos x="11" y="68"/>
                </a:cxn>
                <a:cxn ang="0">
                  <a:pos x="5" y="80"/>
                </a:cxn>
                <a:cxn ang="0">
                  <a:pos x="2" y="91"/>
                </a:cxn>
                <a:cxn ang="0">
                  <a:pos x="0" y="98"/>
                </a:cxn>
                <a:cxn ang="0">
                  <a:pos x="5" y="105"/>
                </a:cxn>
                <a:cxn ang="0">
                  <a:pos x="11" y="105"/>
                </a:cxn>
                <a:cxn ang="0">
                  <a:pos x="20" y="105"/>
                </a:cxn>
                <a:cxn ang="0">
                  <a:pos x="27" y="102"/>
                </a:cxn>
                <a:cxn ang="0">
                  <a:pos x="38" y="98"/>
                </a:cxn>
                <a:cxn ang="0">
                  <a:pos x="47" y="91"/>
                </a:cxn>
                <a:cxn ang="0">
                  <a:pos x="54" y="89"/>
                </a:cxn>
                <a:cxn ang="0">
                  <a:pos x="63" y="87"/>
                </a:cxn>
                <a:cxn ang="0">
                  <a:pos x="68" y="82"/>
                </a:cxn>
                <a:cxn ang="0">
                  <a:pos x="75" y="82"/>
                </a:cxn>
                <a:cxn ang="0">
                  <a:pos x="84" y="80"/>
                </a:cxn>
                <a:cxn ang="0">
                  <a:pos x="93" y="73"/>
                </a:cxn>
              </a:cxnLst>
              <a:rect l="0" t="0" r="0" b="0"/>
              <a:pathLst>
                <a:path w="21600" h="2160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alpha val="100000"/>
              </a:schemeClr>
            </a:solidFill>
            <a:ln w="9525">
              <a:noFill/>
            </a:ln>
          </p:spPr>
          <p:txBody>
            <a:bodyPr/>
            <a:lstStyle/>
            <a:p>
              <a:endParaRPr lang="en-US"/>
            </a:p>
          </p:txBody>
        </p:sp>
        <p:sp>
          <p:nvSpPr>
            <p:cNvPr id="1041" name="未知"/>
            <p:cNvSpPr>
              <a:spLocks noChangeAspect="1"/>
            </p:cNvSpPr>
            <p:nvPr/>
          </p:nvSpPr>
          <p:spPr>
            <a:xfrm>
              <a:off x="2" y="494"/>
              <a:ext cx="370" cy="483"/>
            </a:xfrm>
            <a:custGeom>
              <a:avLst/>
              <a:gdLst/>
              <a:ahLst/>
              <a:cxnLst>
                <a:cxn ang="0">
                  <a:pos x="261" y="82"/>
                </a:cxn>
                <a:cxn ang="0">
                  <a:pos x="277" y="43"/>
                </a:cxn>
                <a:cxn ang="0">
                  <a:pos x="302" y="18"/>
                </a:cxn>
                <a:cxn ang="0">
                  <a:pos x="350" y="7"/>
                </a:cxn>
                <a:cxn ang="0">
                  <a:pos x="365" y="0"/>
                </a:cxn>
                <a:cxn ang="0">
                  <a:pos x="316" y="14"/>
                </a:cxn>
                <a:cxn ang="0">
                  <a:pos x="279" y="27"/>
                </a:cxn>
                <a:cxn ang="0">
                  <a:pos x="250" y="57"/>
                </a:cxn>
                <a:cxn ang="0">
                  <a:pos x="236" y="75"/>
                </a:cxn>
                <a:cxn ang="0">
                  <a:pos x="218" y="102"/>
                </a:cxn>
                <a:cxn ang="0">
                  <a:pos x="207" y="127"/>
                </a:cxn>
                <a:cxn ang="0">
                  <a:pos x="195" y="154"/>
                </a:cxn>
                <a:cxn ang="0">
                  <a:pos x="186" y="193"/>
                </a:cxn>
                <a:cxn ang="0">
                  <a:pos x="175" y="218"/>
                </a:cxn>
                <a:cxn ang="0">
                  <a:pos x="170" y="261"/>
                </a:cxn>
                <a:cxn ang="0">
                  <a:pos x="175" y="279"/>
                </a:cxn>
                <a:cxn ang="0">
                  <a:pos x="188" y="245"/>
                </a:cxn>
                <a:cxn ang="0">
                  <a:pos x="202" y="206"/>
                </a:cxn>
                <a:cxn ang="0">
                  <a:pos x="225" y="181"/>
                </a:cxn>
                <a:cxn ang="0">
                  <a:pos x="236" y="193"/>
                </a:cxn>
                <a:cxn ang="0">
                  <a:pos x="238" y="220"/>
                </a:cxn>
                <a:cxn ang="0">
                  <a:pos x="236" y="252"/>
                </a:cxn>
                <a:cxn ang="0">
                  <a:pos x="232" y="283"/>
                </a:cxn>
                <a:cxn ang="0">
                  <a:pos x="227" y="297"/>
                </a:cxn>
                <a:cxn ang="0">
                  <a:pos x="220" y="336"/>
                </a:cxn>
                <a:cxn ang="0">
                  <a:pos x="207" y="374"/>
                </a:cxn>
                <a:cxn ang="0">
                  <a:pos x="191" y="408"/>
                </a:cxn>
                <a:cxn ang="0">
                  <a:pos x="170" y="433"/>
                </a:cxn>
                <a:cxn ang="0">
                  <a:pos x="150" y="449"/>
                </a:cxn>
                <a:cxn ang="0">
                  <a:pos x="123" y="454"/>
                </a:cxn>
                <a:cxn ang="0">
                  <a:pos x="95" y="440"/>
                </a:cxn>
                <a:cxn ang="0">
                  <a:pos x="75" y="408"/>
                </a:cxn>
                <a:cxn ang="0">
                  <a:pos x="59" y="367"/>
                </a:cxn>
                <a:cxn ang="0">
                  <a:pos x="48" y="322"/>
                </a:cxn>
                <a:cxn ang="0">
                  <a:pos x="48" y="274"/>
                </a:cxn>
                <a:cxn ang="0">
                  <a:pos x="50" y="222"/>
                </a:cxn>
                <a:cxn ang="0">
                  <a:pos x="59" y="172"/>
                </a:cxn>
                <a:cxn ang="0">
                  <a:pos x="75" y="125"/>
                </a:cxn>
                <a:cxn ang="0">
                  <a:pos x="95" y="88"/>
                </a:cxn>
                <a:cxn ang="0">
                  <a:pos x="123" y="66"/>
                </a:cxn>
                <a:cxn ang="0">
                  <a:pos x="120" y="63"/>
                </a:cxn>
                <a:cxn ang="0">
                  <a:pos x="89" y="73"/>
                </a:cxn>
                <a:cxn ang="0">
                  <a:pos x="61" y="82"/>
                </a:cxn>
                <a:cxn ang="0">
                  <a:pos x="39" y="111"/>
                </a:cxn>
                <a:cxn ang="0">
                  <a:pos x="18" y="156"/>
                </a:cxn>
                <a:cxn ang="0">
                  <a:pos x="5" y="213"/>
                </a:cxn>
                <a:cxn ang="0">
                  <a:pos x="0" y="272"/>
                </a:cxn>
                <a:cxn ang="0">
                  <a:pos x="7" y="336"/>
                </a:cxn>
                <a:cxn ang="0">
                  <a:pos x="41" y="429"/>
                </a:cxn>
                <a:cxn ang="0">
                  <a:pos x="91" y="476"/>
                </a:cxn>
                <a:cxn ang="0">
                  <a:pos x="141" y="476"/>
                </a:cxn>
                <a:cxn ang="0">
                  <a:pos x="184" y="440"/>
                </a:cxn>
                <a:cxn ang="0">
                  <a:pos x="218" y="383"/>
                </a:cxn>
                <a:cxn ang="0">
                  <a:pos x="229" y="336"/>
                </a:cxn>
                <a:cxn ang="0">
                  <a:pos x="236" y="306"/>
                </a:cxn>
                <a:cxn ang="0">
                  <a:pos x="238" y="274"/>
                </a:cxn>
                <a:cxn ang="0">
                  <a:pos x="236" y="243"/>
                </a:cxn>
                <a:cxn ang="0">
                  <a:pos x="232" y="211"/>
                </a:cxn>
                <a:cxn ang="0">
                  <a:pos x="225" y="179"/>
                </a:cxn>
                <a:cxn ang="0">
                  <a:pos x="229" y="150"/>
                </a:cxn>
                <a:cxn ang="0">
                  <a:pos x="241" y="116"/>
                </a:cxn>
              </a:cxnLst>
              <a:rect l="0" t="0" r="0" b="0"/>
              <a:pathLst>
                <a:path w="21600" h="2160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alpha val="100000"/>
              </a:schemeClr>
            </a:solidFill>
            <a:ln w="9525">
              <a:noFill/>
            </a:ln>
          </p:spPr>
          <p:txBody>
            <a:bodyPr/>
            <a:lstStyle/>
            <a:p>
              <a:endParaRPr lang="en-US"/>
            </a:p>
          </p:txBody>
        </p:sp>
      </p:grpSp>
      <p:sp>
        <p:nvSpPr>
          <p:cNvPr id="1027" name="未知"/>
          <p:cNvSpPr>
            <a:spLocks noChangeAspect="1"/>
          </p:cNvSpPr>
          <p:nvPr/>
        </p:nvSpPr>
        <p:spPr>
          <a:xfrm>
            <a:off x="2840567" y="4749800"/>
            <a:ext cx="9351433" cy="2135188"/>
          </a:xfrm>
          <a:custGeom>
            <a:avLst/>
            <a:gdLst/>
            <a:ahLst/>
            <a:cxnLst>
              <a:cxn ang="0">
                <a:pos x="0" y="2115714"/>
              </a:cxn>
              <a:cxn ang="0">
                <a:pos x="7013575" y="0"/>
              </a:cxn>
              <a:cxn ang="0">
                <a:pos x="7013575" y="2135188"/>
              </a:cxn>
              <a:cxn ang="0">
                <a:pos x="0" y="2115714"/>
              </a:cxn>
            </a:cxnLst>
            <a:rect l="0" t="0" r="0" b="0"/>
            <a:pathLst>
              <a:path w="21600" h="21600">
                <a:moveTo>
                  <a:pt x="0" y="21403"/>
                </a:moveTo>
                <a:lnTo>
                  <a:pt x="21600" y="0"/>
                </a:lnTo>
                <a:lnTo>
                  <a:pt x="21600" y="21600"/>
                </a:lnTo>
                <a:lnTo>
                  <a:pt x="0" y="21403"/>
                </a:lnTo>
              </a:path>
            </a:pathLst>
          </a:custGeom>
          <a:solidFill>
            <a:schemeClr val="folHlink">
              <a:alpha val="100000"/>
            </a:schemeClr>
          </a:solidFill>
          <a:ln w="9525">
            <a:noFill/>
          </a:ln>
        </p:spPr>
        <p:txBody>
          <a:bodyPr/>
          <a:lstStyle/>
          <a:p>
            <a:endParaRPr lang="en-US"/>
          </a:p>
        </p:txBody>
      </p:sp>
      <p:sp>
        <p:nvSpPr>
          <p:cNvPr id="1028" name="Rectangle 13"/>
          <p:cNvSpPr>
            <a:spLocks noGrp="1"/>
          </p:cNvSpPr>
          <p:nvPr>
            <p:ph type="title"/>
          </p:nvPr>
        </p:nvSpPr>
        <p:spPr>
          <a:xfrm>
            <a:off x="609600" y="274638"/>
            <a:ext cx="10972800" cy="1143000"/>
          </a:xfrm>
          <a:prstGeom prst="rect">
            <a:avLst/>
          </a:prstGeom>
          <a:noFill/>
          <a:ln w="9525">
            <a:noFill/>
          </a:ln>
        </p:spPr>
        <p:txBody>
          <a:bodyPr anchor="ctr" anchorCtr="0"/>
          <a:lstStyle/>
          <a:p>
            <a:pPr lvl="0"/>
            <a:r>
              <a:rPr lang="en-US" altLang="zh-CN" dirty="0"/>
              <a:t>Click to edit Master title style</a:t>
            </a:r>
          </a:p>
        </p:txBody>
      </p:sp>
      <p:sp>
        <p:nvSpPr>
          <p:cNvPr id="1029" name="Rectangle 14"/>
          <p:cNvSpPr>
            <a:spLocks noGrp="1"/>
          </p:cNvSpPr>
          <p:nvPr>
            <p:ph type="body" idx="1"/>
          </p:nvPr>
        </p:nvSpPr>
        <p:spPr>
          <a:xfrm>
            <a:off x="609600" y="1600200"/>
            <a:ext cx="10972800" cy="4525963"/>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2" name="Rectangle 1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12/18/2023</a:t>
            </a:fld>
            <a:endParaRPr lang="en-US"/>
          </a:p>
        </p:txBody>
      </p:sp>
      <p:sp>
        <p:nvSpPr>
          <p:cNvPr id="3" name="Rectangle 1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4" name="Rectangle 1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9167" y="871855"/>
            <a:ext cx="11231033" cy="1470025"/>
          </a:xfrm>
        </p:spPr>
        <p:txBody>
          <a:bodyPr/>
          <a:lstStyle/>
          <a:p>
            <a:r>
              <a:rPr lang="en-US" dirty="0"/>
              <a:t>Seeing Beyond the Spectrum: A Data-Driven Approach to Autism Prediction</a:t>
            </a:r>
          </a:p>
        </p:txBody>
      </p:sp>
      <p:sp>
        <p:nvSpPr>
          <p:cNvPr id="3" name="Subtitle 2"/>
          <p:cNvSpPr>
            <a:spLocks noGrp="1"/>
          </p:cNvSpPr>
          <p:nvPr>
            <p:ph type="subTitle" idx="1"/>
          </p:nvPr>
        </p:nvSpPr>
        <p:spPr/>
        <p:txBody>
          <a:bodyPr/>
          <a:lstStyle/>
          <a:p>
            <a:pPr algn="ctr"/>
            <a:r>
              <a:rPr lang="en-US" dirty="0"/>
              <a:t>FEDRICK SAMUEL W</a:t>
            </a:r>
          </a:p>
          <a:p>
            <a:pPr algn="ctr"/>
            <a:r>
              <a:rPr lang="en-US" dirty="0"/>
              <a:t>19MIS1112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a:t>
            </a:r>
          </a:p>
        </p:txBody>
      </p:sp>
      <p:sp>
        <p:nvSpPr>
          <p:cNvPr id="3" name="Content Placeholder 2"/>
          <p:cNvSpPr>
            <a:spLocks noGrp="1"/>
          </p:cNvSpPr>
          <p:nvPr>
            <p:ph idx="1"/>
          </p:nvPr>
        </p:nvSpPr>
        <p:spPr>
          <a:xfrm>
            <a:off x="144780" y="1417955"/>
            <a:ext cx="11928475" cy="4526280"/>
          </a:xfrm>
        </p:spPr>
        <p:txBody>
          <a:bodyPr/>
          <a:lstStyle/>
          <a:p>
            <a:r>
              <a:rPr lang="en-US" sz="2400">
                <a:latin typeface="Times New Roman" panose="02020603050405020304" charset="0"/>
                <a:cs typeface="Times New Roman" panose="02020603050405020304" charset="0"/>
              </a:rPr>
              <a:t>Autism spectrum disorder (ASD) is a developmental disability that can cause significant social, communication and behavioral challenges.</a:t>
            </a:r>
          </a:p>
          <a:p>
            <a:r>
              <a:rPr lang="en-US" sz="2400">
                <a:latin typeface="Times New Roman" panose="02020603050405020304" charset="0"/>
                <a:cs typeface="Times New Roman" panose="02020603050405020304" charset="0"/>
              </a:rPr>
              <a:t> There is often nothing about how people with ASD look that sets them apart from other people, but people with ASD may communicate, interact, behave, and learn in ways that are different from most other people.</a:t>
            </a:r>
          </a:p>
          <a:p>
            <a:r>
              <a:rPr lang="en-US" sz="2400">
                <a:latin typeface="Times New Roman" panose="02020603050405020304" charset="0"/>
                <a:cs typeface="Times New Roman" panose="02020603050405020304" charset="0"/>
              </a:rPr>
              <a:t> The learning, thinking, and problem-solving abilities of people with ASD can range from gifted to severely challenged. </a:t>
            </a:r>
          </a:p>
          <a:p>
            <a:r>
              <a:rPr lang="en-US" sz="2400">
                <a:latin typeface="Times New Roman" panose="02020603050405020304" charset="0"/>
                <a:cs typeface="Times New Roman" panose="02020603050405020304" charset="0"/>
              </a:rPr>
              <a:t>Some people with ASD need a lot of help in their daily livesothers need less.</a:t>
            </a:r>
          </a:p>
          <a:p>
            <a:r>
              <a:rPr lang="en-US" sz="2400">
                <a:latin typeface="Times New Roman" panose="02020603050405020304" charset="0"/>
                <a:cs typeface="Times New Roman" panose="02020603050405020304" charset="0"/>
              </a:rPr>
              <a:t>A diagnosis of ASD now includes several conditions that used to be diagnosed separately: autistic disorder, pervasive developmental disorder not otherwise specified (PDD-NOS), and Asperger syndrome. These conditions are now all called autism spectrum disorder."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ABSTRACT</a:t>
            </a:r>
          </a:p>
        </p:txBody>
      </p:sp>
      <p:sp>
        <p:nvSpPr>
          <p:cNvPr id="3" name="Content Placeholder 2"/>
          <p:cNvSpPr>
            <a:spLocks noGrp="1"/>
          </p:cNvSpPr>
          <p:nvPr>
            <p:ph idx="1"/>
          </p:nvPr>
        </p:nvSpPr>
        <p:spPr>
          <a:xfrm>
            <a:off x="286385" y="1417955"/>
            <a:ext cx="11570335" cy="4914265"/>
          </a:xfrm>
        </p:spPr>
        <p:txBody>
          <a:bodyPr/>
          <a:lstStyle/>
          <a:p>
            <a:r>
              <a:rPr lang="en-US" sz="2800">
                <a:latin typeface="Times New Roman" panose="02020603050405020304" charset="0"/>
                <a:cs typeface="Times New Roman" panose="02020603050405020304" charset="0"/>
              </a:rPr>
              <a:t>This study focuses on predicting Autism Spectrum Disorder (ASD) using machine learning models based on survey data. </a:t>
            </a:r>
          </a:p>
          <a:p>
            <a:r>
              <a:rPr lang="en-US" sz="2800">
                <a:latin typeface="Times New Roman" panose="02020603050405020304" charset="0"/>
                <a:cs typeface="Times New Roman" panose="02020603050405020304" charset="0"/>
              </a:rPr>
              <a:t>The dataset, comprising features related to communication and behavior, is explored and preprocessed. </a:t>
            </a:r>
          </a:p>
          <a:p>
            <a:r>
              <a:rPr lang="en-US" sz="2800">
                <a:latin typeface="Times New Roman" panose="02020603050405020304" charset="0"/>
                <a:cs typeface="Times New Roman" panose="02020603050405020304" charset="0"/>
              </a:rPr>
              <a:t>A binary classification model is trained and evaluated, utilizing metrics like AUC-ROC score to assess predictive performance. </a:t>
            </a:r>
          </a:p>
          <a:p>
            <a:r>
              <a:rPr lang="en-US" sz="2800">
                <a:latin typeface="Times New Roman" panose="02020603050405020304" charset="0"/>
                <a:cs typeface="Times New Roman" panose="02020603050405020304" charset="0"/>
              </a:rPr>
              <a:t>The analysis aims to contribute to early ASD identification and intervention strategies, emphasizing the significance of data-driven approaches in understanding and addressing developmental disorders.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543"/>
            <a:ext cx="10972800" cy="1143000"/>
          </a:xfrm>
        </p:spPr>
        <p:txBody>
          <a:bodyPr/>
          <a:lstStyle/>
          <a:p>
            <a:r>
              <a:rPr lang="en-US"/>
              <a:t>REVIEW NOTES FOR  </a:t>
            </a:r>
          </a:p>
        </p:txBody>
      </p:sp>
      <p:sp>
        <p:nvSpPr>
          <p:cNvPr id="3" name="Content Placeholder 2"/>
          <p:cNvSpPr>
            <a:spLocks noGrp="1"/>
          </p:cNvSpPr>
          <p:nvPr>
            <p:ph idx="1"/>
          </p:nvPr>
        </p:nvSpPr>
        <p:spPr>
          <a:xfrm>
            <a:off x="609600" y="1165860"/>
            <a:ext cx="10972800" cy="4525963"/>
          </a:xfrm>
        </p:spPr>
        <p:txBody>
          <a:bodyPr/>
          <a:lstStyle/>
          <a:p>
            <a:pPr>
              <a:buAutoNum type="arabicPeriod"/>
            </a:pPr>
            <a:r>
              <a:rPr lang="en-US" sz="1600">
                <a:latin typeface="Times New Roman" panose="02020603050405020304" charset="0"/>
                <a:cs typeface="Times New Roman" panose="02020603050405020304" charset="0"/>
              </a:rPr>
              <a:t>Garg, A., Parashar, A., Barman, D., Jain, S., Singhal, D., Masud, M., &amp; Abouhawwash, M. (2022). Autism spectrum disorder prediction by an explainable deep learning approach. Computers, Materials &amp; Continua, 71(1), 1459-1471.</a:t>
            </a:r>
          </a:p>
          <a:p>
            <a:pPr>
              <a:buAutoNum type="arabicPeriod"/>
            </a:pPr>
            <a:r>
              <a:rPr lang="en-US" sz="1600">
                <a:latin typeface="Times New Roman" panose="02020603050405020304" charset="0"/>
                <a:cs typeface="Times New Roman" panose="02020603050405020304" charset="0"/>
              </a:rPr>
              <a:t>Lyall, K., Rando, J., Toroni, B., Ezeh, T., Constantino, J. N., Croen, L. A., ... &amp; program collaborators for Environmental influences on Child Health Outcomes. (2022). Examining shortened versions of the Social Responsiveness Scale for use in autism spectrum disorder prediction and as a quantitative trait measure: Results from a validation study of 3–5 year old children. JCPP advances, 2(4), e12106.</a:t>
            </a:r>
          </a:p>
          <a:p>
            <a:pPr>
              <a:buAutoNum type="arabicPeriod"/>
            </a:pPr>
            <a:r>
              <a:rPr lang="en-US" sz="1600">
                <a:latin typeface="Times New Roman" panose="02020603050405020304" charset="0"/>
                <a:cs typeface="Times New Roman" panose="02020603050405020304" charset="0"/>
              </a:rPr>
              <a:t>Albahri, A. S., Hamid, R. A., Zaidan, A. A., &amp; Albahri, O. S. (2023). Early automated prediction model for the diagnosis and detection of children with autism spectrum disorders based on effective sociodemographic and family characteristic features. Neural Computing and Applications, 35(1), 921-947.</a:t>
            </a:r>
          </a:p>
          <a:p>
            <a:pPr>
              <a:buAutoNum type="arabicPeriod"/>
            </a:pPr>
            <a:r>
              <a:rPr lang="en-US" sz="1600">
                <a:latin typeface="Times New Roman" panose="02020603050405020304" charset="0"/>
                <a:cs typeface="Times New Roman" panose="02020603050405020304" charset="0"/>
              </a:rPr>
              <a:t>Ashmawi, N. S., Hammoda, M. A., &amp; Hammoda, M. (2022). Early prediction and evaluation of risk of autism spectrum disorders. Cureus, 14(3).</a:t>
            </a:r>
          </a:p>
          <a:p>
            <a:pPr>
              <a:buAutoNum type="arabicPeriod"/>
            </a:pPr>
            <a:r>
              <a:rPr lang="en-US" sz="1600">
                <a:latin typeface="Times New Roman" panose="02020603050405020304" charset="0"/>
                <a:cs typeface="Times New Roman" panose="02020603050405020304" charset="0"/>
              </a:rPr>
              <a:t>Rastegari, M., Salehi, N., &amp; Zare-Mirakabad, F. (2023). Biomarker prediction in autism spectrum disorder using a network-based approach. BMC medical genomics, 16(1), 12.</a:t>
            </a:r>
          </a:p>
          <a:p>
            <a:pPr>
              <a:buAutoNum type="arabicPeriod"/>
            </a:pPr>
            <a:r>
              <a:rPr lang="en-US" sz="1600">
                <a:latin typeface="Times New Roman" panose="02020603050405020304" charset="0"/>
                <a:cs typeface="Times New Roman" panose="02020603050405020304" charset="0"/>
              </a:rPr>
              <a:t>Alqaysi, M. E., Albahri, A. S., &amp; Hamid, R. A. (2022). Diagnosis-based hybridization of multimedical tests and sociodemographic characteristics of autism spectrum disorder using artificial intelligence and machine learning techniques: a systematic review. International Journal of Telemedicine and Applications, 2022.</a:t>
            </a:r>
          </a:p>
          <a:p>
            <a:pPr>
              <a:buAutoNum type="arabicPeriod"/>
            </a:pPr>
            <a:r>
              <a:rPr lang="en-US" sz="1600">
                <a:latin typeface="Times New Roman" panose="02020603050405020304" charset="0"/>
                <a:cs typeface="Times New Roman" panose="02020603050405020304" charset="0"/>
              </a:rPr>
              <a:t>Jiang, L., He, R., Li, Y., Yi, C., Peng, Y., Yao, D., ... &amp; Yang, Y. (2022). Predicting the long-term after-effects of rTMS in autism spectrum disorder using temporal variability analysis of scalp EEG. Journal of Neural Engineering, 19(5), 056044.</a:t>
            </a:r>
          </a:p>
          <a:p>
            <a:pPr>
              <a:buAutoNum type="arabicPeriod"/>
            </a:pPr>
            <a:r>
              <a:rPr lang="en-US" sz="1600">
                <a:latin typeface="Times New Roman" panose="02020603050405020304" charset="0"/>
                <a:cs typeface="Times New Roman" panose="02020603050405020304" charset="0"/>
              </a:rPr>
              <a:t>Surendiran, R., Thangamani, M., Narmatha, C., &amp; Iswarya, M. Effective Autism Spectrum Disorder Prediction to Improve the Clinical Traits using Machine Learning Techniques. International Journal of Engineering Trends and Technology (IJETT),., ISSN, 2231-5381.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887730"/>
            <a:ext cx="10972800" cy="5516245"/>
          </a:xfrm>
        </p:spPr>
        <p:txBody>
          <a:bodyPr/>
          <a:lstStyle/>
          <a:p>
            <a:pPr marL="0" indent="0">
              <a:buNone/>
            </a:pPr>
            <a:r>
              <a:rPr lang="en-US" sz="1600">
                <a:latin typeface="Times New Roman" panose="02020603050405020304" charset="0"/>
                <a:cs typeface="Times New Roman" panose="02020603050405020304" charset="0"/>
              </a:rPr>
              <a:t>9.  Zhang, Y., Zhang, S., Chen, B., Jiang, L., Li, Y., Dong, L., ... &amp; Xu, P. (2022). Predicting the symptom severity in autism spectrum disorder based on EEG metrics. IEEE Transactions on Neural Systems and Rehabilitation Engineering, 30, 1898-1907.</a:t>
            </a:r>
          </a:p>
          <a:p>
            <a:pPr marL="0" indent="0">
              <a:buNone/>
            </a:pPr>
            <a:r>
              <a:rPr lang="en-US" sz="1600">
                <a:latin typeface="Times New Roman" panose="02020603050405020304" charset="0"/>
                <a:cs typeface="Times New Roman" panose="02020603050405020304" charset="0"/>
              </a:rPr>
              <a:t>10.  Wan, Y., Zuo, T., Xu, Z., Zhang, F., Zhan, H., Dorothy, C. H. A. N., ... &amp; Ng, S. C. (2022). Underdevelopment of the gut microbiota and bacteria species as non-invasive markers of prediction in children with autism spectrum disorder. Gut, 71(5), 910-918.</a:t>
            </a:r>
          </a:p>
          <a:p>
            <a:pPr marL="0" indent="0">
              <a:buNone/>
            </a:pPr>
            <a:r>
              <a:rPr lang="en-US" sz="1600">
                <a:latin typeface="Times New Roman" panose="02020603050405020304" charset="0"/>
                <a:cs typeface="Times New Roman" panose="02020603050405020304" charset="0"/>
              </a:rPr>
              <a:t>11. Sadeghi, S., Pouretemad, H. R., &amp; Brand, S. (2023). Cognitive control and cognitive flexibility predict severity of depressive symptoms in parents of toddlers with autism spectrum disorder. Current Psychology, 42(29), 25594-25601.</a:t>
            </a:r>
          </a:p>
          <a:p>
            <a:pPr marL="0" indent="0">
              <a:buNone/>
            </a:pPr>
            <a:r>
              <a:rPr lang="en-US" sz="1600">
                <a:latin typeface="Times New Roman" panose="02020603050405020304" charset="0"/>
                <a:cs typeface="Times New Roman" panose="02020603050405020304" charset="0"/>
              </a:rPr>
              <a:t>12. Sadeghi, S., Pouretemad, H. R., &amp; Brand, S. (2023). Cognitive control and cognitive flexibility predict severity of depressive symptoms in parents of toddlers with autism spectrum disorder. Current Psychology, 42(29), 25594-25601.</a:t>
            </a:r>
          </a:p>
          <a:p>
            <a:pPr marL="0" indent="0">
              <a:buNone/>
            </a:pPr>
            <a:r>
              <a:rPr lang="en-US" sz="1600">
                <a:latin typeface="Times New Roman" panose="02020603050405020304" charset="0"/>
                <a:cs typeface="Times New Roman" panose="02020603050405020304" charset="0"/>
              </a:rPr>
              <a:t>13. Vishal, V., Singh, A., Jinila, Y. B., Shyry, S. P., &amp; Jabez, J. (2022, April). A comparative analysis of prediction of autism spectrum disorder (ASD) using machine learning. In 2022 6th International Conference on Trends in Electronics and Informatics (ICOEI) (pp. 1355-1358). IEEE.</a:t>
            </a:r>
          </a:p>
          <a:p>
            <a:pPr marL="0" indent="0">
              <a:buNone/>
            </a:pPr>
            <a:r>
              <a:rPr lang="en-US" sz="1600">
                <a:latin typeface="Times New Roman" panose="02020603050405020304" charset="0"/>
                <a:cs typeface="Times New Roman" panose="02020603050405020304" charset="0"/>
              </a:rPr>
              <a:t>14.  Ismail, E., Gad, W., &amp; Hashem, M. (2022). HEC-ASD: a hybrid ensemble-based classification model for predicting autism spectrum disorder disease genes. BMC bioinformatics, 23(1), 554.</a:t>
            </a:r>
          </a:p>
          <a:p>
            <a:pPr marL="0" indent="0">
              <a:buNone/>
            </a:pPr>
            <a:r>
              <a:rPr lang="en-US" sz="1600">
                <a:latin typeface="Times New Roman" panose="02020603050405020304" charset="0"/>
                <a:cs typeface="Times New Roman" panose="02020603050405020304" charset="0"/>
              </a:rPr>
              <a:t>15.  Zhao, L., Xue, S. W., Sun, Y. K., Lan, Z., Zhang, Z., Xue, Y., ... &amp; Jin, Y. (2022). Altered dynamic functional connectivity of insular subregions could predict symptom severity of male patients with autism spectrum disorder. Journal of Affective Disorders, 299, 504-512.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01320"/>
            <a:ext cx="10972800" cy="867410"/>
          </a:xfrm>
        </p:spPr>
        <p:txBody>
          <a:bodyPr/>
          <a:lstStyle/>
          <a:p>
            <a:r>
              <a:rPr lang="en-US"/>
              <a:t>CHALLENGES</a:t>
            </a:r>
          </a:p>
        </p:txBody>
      </p:sp>
      <p:sp>
        <p:nvSpPr>
          <p:cNvPr id="3" name="Content Placeholder 2"/>
          <p:cNvSpPr>
            <a:spLocks noGrp="1"/>
          </p:cNvSpPr>
          <p:nvPr>
            <p:ph idx="1"/>
          </p:nvPr>
        </p:nvSpPr>
        <p:spPr>
          <a:xfrm>
            <a:off x="609600" y="1268730"/>
            <a:ext cx="10972800" cy="5088890"/>
          </a:xfrm>
        </p:spPr>
        <p:txBody>
          <a:bodyPr/>
          <a:lstStyle/>
          <a:p>
            <a:r>
              <a:rPr lang="en-US" sz="1800">
                <a:latin typeface="Times New Roman" panose="02020603050405020304" charset="0"/>
                <a:cs typeface="Times New Roman" panose="02020603050405020304" charset="0"/>
              </a:rPr>
              <a:t>The project encounters multifaceted challenges that significantly influence its trajectory. Ensuring the reliability and completeness of the dataset poses an initial hurdle, necessitating careful handling of missing or inconsistent data to fortify the foundation for accurate model training. Selecting pertinent features for predicting Autism Spectrum Disorder (ASD) proves to be a pivotal challenge, demanding a nuanced understanding of the complex manifestations of ASD. </a:t>
            </a:r>
          </a:p>
          <a:p>
            <a:r>
              <a:rPr lang="en-US" sz="1800">
                <a:latin typeface="Times New Roman" panose="02020603050405020304" charset="0"/>
                <a:cs typeface="Times New Roman" panose="02020603050405020304" charset="0"/>
              </a:rPr>
              <a:t>Balancing the trade-off between model accuracy and interpretability stands out as a continual challenge, especially concerning the need for comprehensibility in predictions for stakeholders such as clinicians and caregivers. Ethical considerations loom large, requiring stringent adherence to privacy standards and responsible data practices given the sensitive nature of health-related information. The challenge of generalizing model predictions across diverse demographic groups, accounting for variations in age, cultural background, and socioeconomic status, underscores the need for robust and inclusive model development. Finally, addressing the risk of overfitting and ensuring the model's validation on new data emerge as critical hurdles, demanding sophisticated validation techniques to guarantee the model's effectiveness beyond the training dataset.</a:t>
            </a:r>
          </a:p>
          <a:p>
            <a:r>
              <a:rPr lang="en-US" sz="1800">
                <a:latin typeface="Times New Roman" panose="02020603050405020304" charset="0"/>
                <a:cs typeface="Times New Roman" panose="02020603050405020304" charset="0"/>
              </a:rPr>
              <a:t> Navigating these challenges requires a holistic and interdisciplinary approach, integrating expertise in machine learning, healthcare, and ethical frameworks. Successfully overcoming these obstacles is paramount to the project's ultimate goal of accurately predicting and comprehending Autism Spectrum Disorder.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OBJECTIVE </a:t>
            </a:r>
          </a:p>
        </p:txBody>
      </p:sp>
      <p:sp>
        <p:nvSpPr>
          <p:cNvPr id="3" name="Content Placeholder 2"/>
          <p:cNvSpPr>
            <a:spLocks noGrp="1"/>
          </p:cNvSpPr>
          <p:nvPr>
            <p:ph idx="1"/>
          </p:nvPr>
        </p:nvSpPr>
        <p:spPr/>
        <p:txBody>
          <a:bodyPr/>
          <a:lstStyle/>
          <a:p>
            <a:r>
              <a:rPr lang="en-US" sz="1800">
                <a:latin typeface="Times New Roman" panose="02020603050405020304" charset="0"/>
                <a:cs typeface="Times New Roman" panose="02020603050405020304" charset="0"/>
              </a:rPr>
              <a:t>This project aims to advance the early detection of Autism Spectrum Disorder (ASD) through the development of a precise and interpretable machine learning model. Focusing on the analysis of survey data, the primary goal is to accurately predict the likelihood of ASD based on key features extracted from participants' responses. Transparency in the model's decision-making process is emphasized to ensure its interpretability by clinicians, caregivers, and other stakeholders, fostering trust and informed decision-making. </a:t>
            </a:r>
          </a:p>
          <a:p>
            <a:r>
              <a:rPr lang="en-US" sz="1800">
                <a:latin typeface="Times New Roman" panose="02020603050405020304" charset="0"/>
                <a:cs typeface="Times New Roman" panose="02020603050405020304" charset="0"/>
              </a:rPr>
              <a:t>Additionally, the project strives for the generalization of the model across diverse populations, taking into account demographic variations. Ethical considerations play a pivotal role, guiding the project's approach to responsible data handling and participant privacy. Beyond predictive accuracy, the project aspires to contribute to the broader understanding of ASD, unveiling patterns within the data that may offer valuable insights into the characteristics of Autism Spectrum Disorder. </a:t>
            </a:r>
          </a:p>
          <a:p>
            <a:r>
              <a:rPr lang="en-US" sz="1800">
                <a:latin typeface="Times New Roman" panose="02020603050405020304" charset="0"/>
                <a:cs typeface="Times New Roman" panose="02020603050405020304" charset="0"/>
              </a:rPr>
              <a:t>Ultimately, the project aims to deliver a practical and impactful tool for early ASD detection, poised for real-world implementation in clinical and community settings.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TOOLS USED TO IMPLEMENTAIONS </a:t>
            </a:r>
          </a:p>
        </p:txBody>
      </p:sp>
      <p:sp>
        <p:nvSpPr>
          <p:cNvPr id="3" name="Content Placeholder 2"/>
          <p:cNvSpPr>
            <a:spLocks noGrp="1"/>
          </p:cNvSpPr>
          <p:nvPr>
            <p:ph idx="1"/>
          </p:nvPr>
        </p:nvSpPr>
        <p:spPr/>
        <p:txBody>
          <a:bodyPr/>
          <a:lstStyle/>
          <a:p>
            <a:endParaRPr lang="en-US"/>
          </a:p>
          <a:p>
            <a:endParaRPr lang="en-US"/>
          </a:p>
          <a:p>
            <a:endParaRPr lang="en-US"/>
          </a:p>
          <a:p>
            <a:r>
              <a:rPr lang="en-US"/>
              <a:t>JUPYTER NOTEBOOK</a:t>
            </a:r>
          </a:p>
          <a:p>
            <a:r>
              <a:rPr lang="en-US"/>
              <a:t> PYTHON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Implementations </a:t>
            </a:r>
          </a:p>
        </p:txBody>
      </p:sp>
      <p:pic>
        <p:nvPicPr>
          <p:cNvPr id="4" name="Content Placeholder 3"/>
          <p:cNvPicPr>
            <a:picLocks noGrp="1" noChangeAspect="1"/>
          </p:cNvPicPr>
          <p:nvPr>
            <p:ph sz="half" idx="1"/>
          </p:nvPr>
        </p:nvPicPr>
        <p:blipFill>
          <a:blip r:embed="rId2"/>
          <a:stretch>
            <a:fillRect/>
          </a:stretch>
        </p:blipFill>
        <p:spPr>
          <a:xfrm>
            <a:off x="609600" y="1764030"/>
            <a:ext cx="5384800" cy="4513580"/>
          </a:xfrm>
          <a:prstGeom prst="rect">
            <a:avLst/>
          </a:prstGeom>
        </p:spPr>
      </p:pic>
      <p:pic>
        <p:nvPicPr>
          <p:cNvPr id="3" name="Content Placeholder 3"/>
          <p:cNvPicPr>
            <a:picLocks noGrp="1" noChangeAspect="1"/>
          </p:cNvPicPr>
          <p:nvPr>
            <p:ph sz="half" idx="2"/>
          </p:nvPr>
        </p:nvPicPr>
        <p:blipFill>
          <a:blip r:embed="rId3"/>
          <a:stretch>
            <a:fillRect/>
          </a:stretch>
        </p:blipFill>
        <p:spPr>
          <a:xfrm>
            <a:off x="6197600" y="1764030"/>
            <a:ext cx="5384800" cy="4514215"/>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Ethnic group of the patient</a:t>
            </a:r>
          </a:p>
        </p:txBody>
      </p:sp>
      <p:pic>
        <p:nvPicPr>
          <p:cNvPr id="3" name="Content Placeholder 3"/>
          <p:cNvPicPr>
            <a:picLocks noGrp="1" noChangeAspect="1"/>
          </p:cNvPicPr>
          <p:nvPr>
            <p:ph sz="half" idx="1"/>
          </p:nvPr>
        </p:nvPicPr>
        <p:blipFill>
          <a:blip r:embed="rId2"/>
          <a:stretch>
            <a:fillRect/>
          </a:stretch>
        </p:blipFill>
        <p:spPr>
          <a:xfrm>
            <a:off x="609600" y="1794510"/>
            <a:ext cx="5384800" cy="4375150"/>
          </a:xfrm>
          <a:prstGeom prst="rect">
            <a:avLst/>
          </a:prstGeom>
          <a:noFill/>
          <a:ln w="9525">
            <a:noFill/>
          </a:ln>
        </p:spPr>
      </p:pic>
      <p:pic>
        <p:nvPicPr>
          <p:cNvPr id="6" name="Content Placeholder 3"/>
          <p:cNvPicPr>
            <a:picLocks noGrp="1" noChangeAspect="1"/>
          </p:cNvPicPr>
          <p:nvPr>
            <p:ph sz="half" idx="2"/>
          </p:nvPr>
        </p:nvPicPr>
        <p:blipFill>
          <a:blip r:embed="rId3"/>
          <a:stretch>
            <a:fillRect/>
          </a:stretch>
        </p:blipFill>
        <p:spPr>
          <a:xfrm>
            <a:off x="6197600" y="1793875"/>
            <a:ext cx="5384800" cy="437578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patient had jaundice at the time of birth</a:t>
            </a:r>
          </a:p>
        </p:txBody>
      </p:sp>
      <p:pic>
        <p:nvPicPr>
          <p:cNvPr id="5" name="Content Placeholder 3"/>
          <p:cNvPicPr>
            <a:picLocks noGrp="1" noChangeAspect="1"/>
          </p:cNvPicPr>
          <p:nvPr>
            <p:ph sz="half" idx="1"/>
          </p:nvPr>
        </p:nvPicPr>
        <p:blipFill>
          <a:blip r:embed="rId2"/>
          <a:stretch>
            <a:fillRect/>
          </a:stretch>
        </p:blipFill>
        <p:spPr>
          <a:xfrm>
            <a:off x="307975" y="1916430"/>
            <a:ext cx="5384800" cy="4676140"/>
          </a:xfrm>
          <a:prstGeom prst="rect">
            <a:avLst/>
          </a:prstGeom>
          <a:noFill/>
          <a:ln w="9525">
            <a:noFill/>
          </a:ln>
        </p:spPr>
      </p:pic>
      <p:pic>
        <p:nvPicPr>
          <p:cNvPr id="7" name="Content Placeholder 3"/>
          <p:cNvPicPr>
            <a:picLocks noGrp="1" noChangeAspect="1"/>
          </p:cNvPicPr>
          <p:nvPr>
            <p:ph sz="half" idx="2"/>
          </p:nvPr>
        </p:nvPicPr>
        <p:blipFill>
          <a:blip r:embed="rId3"/>
          <a:stretch>
            <a:fillRect/>
          </a:stretch>
        </p:blipFill>
        <p:spPr>
          <a:xfrm>
            <a:off x="5944235" y="1916430"/>
            <a:ext cx="5328285" cy="467487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Country of Residence of the patient</a:t>
            </a:r>
          </a:p>
        </p:txBody>
      </p:sp>
      <p:pic>
        <p:nvPicPr>
          <p:cNvPr id="5" name="Content Placeholder 3"/>
          <p:cNvPicPr>
            <a:picLocks noGrp="1" noChangeAspect="1"/>
          </p:cNvPicPr>
          <p:nvPr>
            <p:ph idx="1"/>
          </p:nvPr>
        </p:nvPicPr>
        <p:blipFill>
          <a:blip r:embed="rId2"/>
          <a:stretch>
            <a:fillRect/>
          </a:stretch>
        </p:blipFill>
        <p:spPr>
          <a:xfrm>
            <a:off x="462280" y="1551305"/>
            <a:ext cx="11251565" cy="505079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p:cNvPicPr>
            <a:picLocks noGrp="1" noChangeAspect="1"/>
          </p:cNvPicPr>
          <p:nvPr>
            <p:ph idx="1"/>
          </p:nvPr>
        </p:nvPicPr>
        <p:blipFill>
          <a:blip r:embed="rId2"/>
          <a:stretch>
            <a:fillRect/>
          </a:stretch>
        </p:blipFill>
        <p:spPr>
          <a:xfrm>
            <a:off x="353695" y="347980"/>
            <a:ext cx="11419840" cy="620522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Relation of patient who completed the test</a:t>
            </a:r>
          </a:p>
        </p:txBody>
      </p:sp>
      <p:pic>
        <p:nvPicPr>
          <p:cNvPr id="7" name="Content Placeholder 6"/>
          <p:cNvPicPr>
            <a:picLocks noGrp="1" noChangeAspect="1"/>
          </p:cNvPicPr>
          <p:nvPr>
            <p:ph sz="half" idx="2"/>
          </p:nvPr>
        </p:nvPicPr>
        <p:blipFill>
          <a:blip r:embed="rId2"/>
          <a:stretch>
            <a:fillRect/>
          </a:stretch>
        </p:blipFill>
        <p:spPr>
          <a:xfrm>
            <a:off x="610235" y="1555115"/>
            <a:ext cx="10972165" cy="50723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 Distribution</a:t>
            </a:r>
          </a:p>
        </p:txBody>
      </p:sp>
      <p:pic>
        <p:nvPicPr>
          <p:cNvPr id="5" name="Content Placeholder 4"/>
          <p:cNvPicPr>
            <a:picLocks noGrp="1" noChangeAspect="1"/>
          </p:cNvPicPr>
          <p:nvPr>
            <p:ph sz="half" idx="1"/>
          </p:nvPr>
        </p:nvPicPr>
        <p:blipFill>
          <a:blip r:embed="rId2"/>
          <a:stretch>
            <a:fillRect/>
          </a:stretch>
        </p:blipFill>
        <p:spPr>
          <a:xfrm>
            <a:off x="419735" y="1604645"/>
            <a:ext cx="5574665" cy="4944745"/>
          </a:xfrm>
          <a:prstGeom prst="rect">
            <a:avLst/>
          </a:prstGeom>
        </p:spPr>
      </p:pic>
      <p:pic>
        <p:nvPicPr>
          <p:cNvPr id="6" name="Content Placeholder 5"/>
          <p:cNvPicPr>
            <a:picLocks noGrp="1" noChangeAspect="1"/>
          </p:cNvPicPr>
          <p:nvPr>
            <p:ph sz="half" idx="2"/>
          </p:nvPr>
        </p:nvPicPr>
        <p:blipFill>
          <a:blip r:embed="rId3"/>
          <a:stretch>
            <a:fillRect/>
          </a:stretch>
        </p:blipFill>
        <p:spPr>
          <a:xfrm>
            <a:off x="6197600" y="1604645"/>
            <a:ext cx="5669915" cy="49441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975" y="423545"/>
            <a:ext cx="10972800" cy="698500"/>
          </a:xfrm>
        </p:spPr>
        <p:txBody>
          <a:bodyPr/>
          <a:lstStyle/>
          <a:p>
            <a:r>
              <a:rPr lang="en-US"/>
              <a:t>Correlation Heatmap (Categorical features)</a:t>
            </a:r>
          </a:p>
        </p:txBody>
      </p:sp>
      <p:pic>
        <p:nvPicPr>
          <p:cNvPr id="5" name="Content Placeholder 4"/>
          <p:cNvPicPr>
            <a:picLocks noGrp="1" noChangeAspect="1"/>
          </p:cNvPicPr>
          <p:nvPr>
            <p:ph idx="1"/>
          </p:nvPr>
        </p:nvPicPr>
        <p:blipFill>
          <a:blip r:embed="rId2"/>
          <a:stretch>
            <a:fillRect/>
          </a:stretch>
        </p:blipFill>
        <p:spPr>
          <a:xfrm>
            <a:off x="434975" y="1122045"/>
            <a:ext cx="11161395" cy="551878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REFERENCE:</a:t>
            </a:r>
          </a:p>
        </p:txBody>
      </p:sp>
      <p:sp>
        <p:nvSpPr>
          <p:cNvPr id="5" name="Content Placeholder 2"/>
          <p:cNvSpPr>
            <a:spLocks noGrp="1"/>
          </p:cNvSpPr>
          <p:nvPr/>
        </p:nvSpPr>
        <p:spPr>
          <a:xfrm>
            <a:off x="-635" y="1238250"/>
            <a:ext cx="12192635" cy="5620385"/>
          </a:xfrm>
          <a:prstGeom prst="rect">
            <a:avLst/>
          </a:prstGeom>
          <a:noFill/>
          <a:ln w="9525">
            <a:noFill/>
          </a:ln>
        </p:spPr>
        <p:txBody>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AutoNum type="arabicPeriod"/>
            </a:pPr>
            <a:r>
              <a:rPr lang="en-US" sz="1600">
                <a:latin typeface="Times New Roman" panose="02020603050405020304" charset="0"/>
                <a:cs typeface="Times New Roman" panose="02020603050405020304" charset="0"/>
              </a:rPr>
              <a:t>Garg, A., Parashar, A., Barman, D., Jain, S., Singhal, D., Masud, M., &amp; Abouhawwash, M. (2022). Autism spectrum disorder prediction by an explainable deep learning approach. Computers, Materials &amp; Continua, 71(1), 1459-1471.</a:t>
            </a:r>
          </a:p>
          <a:p>
            <a:pPr>
              <a:buAutoNum type="arabicPeriod"/>
            </a:pPr>
            <a:r>
              <a:rPr lang="en-US" sz="1600">
                <a:latin typeface="Times New Roman" panose="02020603050405020304" charset="0"/>
                <a:cs typeface="Times New Roman" panose="02020603050405020304" charset="0"/>
              </a:rPr>
              <a:t>Lyall, K., Rando, J., Toroni, B., Ezeh, T., Constantino, J. N., Croen, L. A., ... &amp; program collaborators for Environmental influences on Child Health Outcomes. (2022). Examining shortened versions of the Social Responsiveness Scale for use in autism spectrum disorder prediction and as a quantitative trait measure: Results from a validation study of 3–5 year old children. JCPP advances, 2(4), e12106.</a:t>
            </a:r>
          </a:p>
          <a:p>
            <a:pPr>
              <a:buAutoNum type="arabicPeriod"/>
            </a:pPr>
            <a:r>
              <a:rPr lang="en-US" sz="1600">
                <a:latin typeface="Times New Roman" panose="02020603050405020304" charset="0"/>
                <a:cs typeface="Times New Roman" panose="02020603050405020304" charset="0"/>
              </a:rPr>
              <a:t>Albahri, A. S., Hamid, R. A., Zaidan, A. A., &amp; Albahri, O. S. (2023). Early automated prediction model for the diagnosis and detection of children with autism spectrum disorders based on effective sociodemographic and family characteristic features. Neural Computing and Applications, 35(1), 921-947.</a:t>
            </a:r>
          </a:p>
          <a:p>
            <a:pPr>
              <a:buAutoNum type="arabicPeriod"/>
            </a:pPr>
            <a:r>
              <a:rPr lang="en-US" sz="1600">
                <a:latin typeface="Times New Roman" panose="02020603050405020304" charset="0"/>
                <a:cs typeface="Times New Roman" panose="02020603050405020304" charset="0"/>
              </a:rPr>
              <a:t>Ashmawi, N. S., Hammoda, M. A., &amp; Hammoda, M. (2022). Early prediction and evaluation of risk of autism spectrum disorders. Cureus, 14(3).</a:t>
            </a:r>
          </a:p>
          <a:p>
            <a:pPr>
              <a:buAutoNum type="arabicPeriod"/>
            </a:pPr>
            <a:r>
              <a:rPr lang="en-US" sz="1600">
                <a:latin typeface="Times New Roman" panose="02020603050405020304" charset="0"/>
                <a:cs typeface="Times New Roman" panose="02020603050405020304" charset="0"/>
              </a:rPr>
              <a:t>Rastegari, M., Salehi, N., &amp; Zare-Mirakabad, F. (2023). Biomarker prediction in autism spectrum disorder using a network-based approach. BMC medical genomics, 16(1), 12.</a:t>
            </a:r>
          </a:p>
          <a:p>
            <a:pPr>
              <a:buAutoNum type="arabicPeriod"/>
            </a:pPr>
            <a:r>
              <a:rPr lang="en-US" sz="1600">
                <a:latin typeface="Times New Roman" panose="02020603050405020304" charset="0"/>
                <a:cs typeface="Times New Roman" panose="02020603050405020304" charset="0"/>
              </a:rPr>
              <a:t>Alqaysi, M. E., Albahri, A. S., &amp; Hamid, R. A. (2022). Diagnosis-based hybridization of multimedical tests and sociodemographic characteristics of autism spectrum disorder using artificial intelligence and machine learning techniques: a systematic review. International Journal of Telemedicine and Applications, 2022.</a:t>
            </a:r>
          </a:p>
          <a:p>
            <a:pPr>
              <a:buAutoNum type="arabicPeriod"/>
            </a:pPr>
            <a:r>
              <a:rPr lang="en-US" sz="1600">
                <a:latin typeface="Times New Roman" panose="02020603050405020304" charset="0"/>
                <a:cs typeface="Times New Roman" panose="02020603050405020304" charset="0"/>
              </a:rPr>
              <a:t>Jiang, L., He, R., Li, Y., Yi, C., Peng, Y., Yao, D., ... &amp; Yang, Y. (2022). Predicting the long-term after-effects of rTMS in autism spectrum disorder using temporal variability analysis of scalp EEG. Journal of Neural Engineering, 19(5), 056044.</a:t>
            </a:r>
          </a:p>
          <a:p>
            <a:pPr>
              <a:buAutoNum type="arabicPeriod"/>
            </a:pPr>
            <a:r>
              <a:rPr lang="en-US" sz="1600">
                <a:latin typeface="Times New Roman" panose="02020603050405020304" charset="0"/>
                <a:cs typeface="Times New Roman" panose="02020603050405020304" charset="0"/>
              </a:rPr>
              <a:t>Surendiran, R., Thangamani, M., Narmatha, C., &amp; Iswarya, M. Effective Autism Spectrum Disorder Prediction to Improve the Clinical Traits using Machine Learning Techniques. International Journal of Engineering Trends and Technology (IJETT),., ISSN, 2231-5381.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nvSpPr>
        <p:spPr>
          <a:xfrm>
            <a:off x="438785" y="488315"/>
            <a:ext cx="11334115" cy="6219825"/>
          </a:xfrm>
          <a:prstGeom prst="rect">
            <a:avLst/>
          </a:prstGeom>
          <a:noFill/>
          <a:ln w="9525">
            <a:noFill/>
          </a:ln>
        </p:spPr>
        <p:txBody>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a:latin typeface="Times New Roman" panose="02020603050405020304" charset="0"/>
              <a:cs typeface="Times New Roman" panose="02020603050405020304" charset="0"/>
            </a:endParaRPr>
          </a:p>
          <a:p>
            <a:pPr marL="0" indent="0">
              <a:buNone/>
            </a:pPr>
            <a:endParaRPr lang="en-US" sz="1600">
              <a:latin typeface="Times New Roman" panose="02020603050405020304" charset="0"/>
              <a:cs typeface="Times New Roman" panose="02020603050405020304" charset="0"/>
            </a:endParaRPr>
          </a:p>
          <a:p>
            <a:pPr marL="0" indent="0">
              <a:buNone/>
            </a:pPr>
            <a:endParaRPr lang="en-US" sz="1600">
              <a:latin typeface="Times New Roman" panose="02020603050405020304" charset="0"/>
              <a:cs typeface="Times New Roman" panose="02020603050405020304" charset="0"/>
            </a:endParaRPr>
          </a:p>
          <a:p>
            <a:pPr marL="0" indent="0">
              <a:buNone/>
            </a:pPr>
            <a:r>
              <a:rPr lang="en-US" sz="1600">
                <a:latin typeface="Times New Roman" panose="02020603050405020304" charset="0"/>
                <a:cs typeface="Times New Roman" panose="02020603050405020304" charset="0"/>
              </a:rPr>
              <a:t>9.  Zhang, Y., Zhang, S., Chen, B., Jiang, L., Li, Y., Dong, L., ... &amp; Xu, P. (2022). Predicting the symptom severity in autism spectrum disorder based on EEG metrics. IEEE Transactions on Neural Systems and Rehabilitation Engineering, 30, 1898-1907.</a:t>
            </a:r>
          </a:p>
          <a:p>
            <a:pPr marL="0" indent="0">
              <a:buNone/>
            </a:pPr>
            <a:r>
              <a:rPr lang="en-US" sz="1600">
                <a:latin typeface="Times New Roman" panose="02020603050405020304" charset="0"/>
                <a:cs typeface="Times New Roman" panose="02020603050405020304" charset="0"/>
              </a:rPr>
              <a:t>10.  Wan, Y., Zuo, T., Xu, Z., Zhang, F., Zhan, H., Dorothy, C. H. A. N., ... &amp; Ng, S. C. (2022). Underdevelopment of the gut microbiota and bacteria species as non-invasive markers of prediction in children with autism spectrum disorder. Gut, 71(5), 910-918.</a:t>
            </a:r>
          </a:p>
          <a:p>
            <a:pPr marL="0" indent="0">
              <a:buNone/>
            </a:pPr>
            <a:r>
              <a:rPr lang="en-US" sz="1600">
                <a:latin typeface="Times New Roman" panose="02020603050405020304" charset="0"/>
                <a:cs typeface="Times New Roman" panose="02020603050405020304" charset="0"/>
              </a:rPr>
              <a:t>11. Sadeghi, S., Pouretemad, H. R., &amp; Brand, S. (2023). Cognitive control and cognitive flexibility predict severity of depressive symptoms in parents of toddlers with autism spectrum disorder. Current Psychology, 42(29), 25594-25601.</a:t>
            </a:r>
          </a:p>
          <a:p>
            <a:pPr marL="0" indent="0">
              <a:buNone/>
            </a:pPr>
            <a:r>
              <a:rPr lang="en-US" sz="1600">
                <a:latin typeface="Times New Roman" panose="02020603050405020304" charset="0"/>
                <a:cs typeface="Times New Roman" panose="02020603050405020304" charset="0"/>
              </a:rPr>
              <a:t>12. Sadeghi, S., Pouretemad, H. R., &amp; Brand, S. (2023). Cognitive control and cognitive flexibility predict severity of depressive symptoms in parents of toddlers with autism spectrum disorder. Current Psychology, 42(29), 25594-25601.</a:t>
            </a:r>
          </a:p>
          <a:p>
            <a:pPr marL="0" indent="0">
              <a:buNone/>
            </a:pPr>
            <a:r>
              <a:rPr lang="en-US" sz="1600">
                <a:latin typeface="Times New Roman" panose="02020603050405020304" charset="0"/>
                <a:cs typeface="Times New Roman" panose="02020603050405020304" charset="0"/>
              </a:rPr>
              <a:t>13. Vishal, V., Singh, A., Jinila, Y. B., Shyry, S. P., &amp; Jabez, J. (2022, April). A comparative analysis of prediction of autism spectrum disorder (ASD) using machine learning. In 2022 6th International Conference on Trends in Electronics and Informatics (ICOEI) (pp. 1355-1358). IEEE.</a:t>
            </a:r>
          </a:p>
          <a:p>
            <a:pPr marL="0" indent="0">
              <a:buNone/>
            </a:pPr>
            <a:r>
              <a:rPr lang="en-US" sz="1600">
                <a:latin typeface="Times New Roman" panose="02020603050405020304" charset="0"/>
                <a:cs typeface="Times New Roman" panose="02020603050405020304" charset="0"/>
              </a:rPr>
              <a:t>14.  Ismail, E., Gad, W., &amp; Hashem, M. (2022). HEC-ASD: a hybrid ensemble-based classification model for predicting autism spectrum disorder disease genes. BMC bioinformatics, 23(1), 554.</a:t>
            </a:r>
          </a:p>
          <a:p>
            <a:pPr marL="0" indent="0">
              <a:buNone/>
            </a:pPr>
            <a:r>
              <a:rPr lang="en-US" sz="1600">
                <a:latin typeface="Times New Roman" panose="02020603050405020304" charset="0"/>
                <a:cs typeface="Times New Roman" panose="02020603050405020304" charset="0"/>
              </a:rPr>
              <a:t>15.  Zhao, L., Xue, S. W., Sun, Y. K., Lan, Z., Zhang, Z., Xue, Y., ... &amp; Jin, Y. (2022). Altered dynamic functional connectivity of insular subregions could predict symptom severity of male patients with autism spectrum disorder. Journal of Affective Disorders, 299, 504-512.</a:t>
            </a:r>
          </a:p>
        </p:txBody>
      </p:sp>
    </p:spTree>
  </p:cSld>
  <p:clrMapOvr>
    <a:masterClrMapping/>
  </p:clrMapOvr>
</p:sld>
</file>

<file path=ppt/theme/theme1.xml><?xml version="1.0" encoding="utf-8"?>
<a:theme xmlns:a="http://schemas.openxmlformats.org/drawingml/2006/main" name="Art_mountaineering">
  <a:themeElements>
    <a:clrScheme name="">
      <a:dk1>
        <a:srgbClr val="777777"/>
      </a:dk1>
      <a:lt1>
        <a:srgbClr val="FFFFFF"/>
      </a:lt1>
      <a:dk2>
        <a:srgbClr val="779EFF"/>
      </a:dk2>
      <a:lt2>
        <a:srgbClr val="FFFF00"/>
      </a:lt2>
      <a:accent1>
        <a:srgbClr val="33CCCC"/>
      </a:accent1>
      <a:accent2>
        <a:srgbClr val="FFFFF7"/>
      </a:accent2>
      <a:accent3>
        <a:srgbClr val="BDCCFF"/>
      </a:accent3>
      <a:accent4>
        <a:srgbClr val="DADADA"/>
      </a:accent4>
      <a:accent5>
        <a:srgbClr val="ADE2E2"/>
      </a:accent5>
      <a:accent6>
        <a:srgbClr val="E7E7E0"/>
      </a:accent6>
      <a:hlink>
        <a:srgbClr val="FF5050"/>
      </a:hlink>
      <a:folHlink>
        <a:srgbClr val="000099"/>
      </a:folHlink>
    </a:clrScheme>
    <a:fontScheme name="Art_mountaineering">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Art_mountaineer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rt_mountaineer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rt_mountaineer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rt_mountaineer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rt_mountaineer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rt_mountaineer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rt_mountaineer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rt_mountaineer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rt_mountaineer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rt_mountaineer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rt_mountaineer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rt_mountaineer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2360</Words>
  <Application>Microsoft Office PowerPoint</Application>
  <PresentationFormat>Widescreen</PresentationFormat>
  <Paragraphs>70</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Times New Roman</vt:lpstr>
      <vt:lpstr>Art_mountaineering</vt:lpstr>
      <vt:lpstr>Seeing Beyond the Spectrum: A Data-Driven Approach to Autism Prediction</vt:lpstr>
      <vt:lpstr>INTRODUCTION</vt:lpstr>
      <vt:lpstr>ABSTRACT</vt:lpstr>
      <vt:lpstr>REVIEW NOTES FOR  </vt:lpstr>
      <vt:lpstr>PowerPoint Presentation</vt:lpstr>
      <vt:lpstr>CHALLENGES</vt:lpstr>
      <vt:lpstr>OBJECTIVE </vt:lpstr>
      <vt:lpstr>TOOLS USED TO IMPLEMENTAIONS </vt:lpstr>
      <vt:lpstr>Implementations </vt:lpstr>
      <vt:lpstr>Ethnic group of the patient</vt:lpstr>
      <vt:lpstr>patient had jaundice at the time of birth</vt:lpstr>
      <vt:lpstr>Country of Residence of the patient</vt:lpstr>
      <vt:lpstr>PowerPoint Presentation</vt:lpstr>
      <vt:lpstr>Relation of patient who completed the test</vt:lpstr>
      <vt:lpstr>Age Distribution</vt:lpstr>
      <vt:lpstr>Correlation Heatmap (Categorical features)</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Seeing Beyond the Spectrum: A Data-Driven Approach to Autism Prediction</dc:title>
  <dc:creator/>
  <cp:lastModifiedBy>Fedrick Samuel W</cp:lastModifiedBy>
  <cp:revision>14</cp:revision>
  <dcterms:created xsi:type="dcterms:W3CDTF">2023-11-30T17:23:00Z</dcterms:created>
  <dcterms:modified xsi:type="dcterms:W3CDTF">2023-12-18T07:17:25Z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F3E0C244A0CF4AA7979BE17051827F6B_11</vt:lpwstr>
  </property>
  <property fmtid="{D5CDD505-2E9C-101B-9397-08002B2CF9AE}" pid="3" name="KSOProductBuildVer">
    <vt:lpwstr>1033-12.2.0.13306</vt:lpwstr>
  </property>
</Properties>
</file>